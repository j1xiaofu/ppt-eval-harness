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Project Aurora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2070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latin typeface="Microsoft YaHei"/>
              </a:rPr>
              <a:t>项目阶段复盘 · 2026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6492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目标：缩短内容生产周期</a:t>
            </a:r>
          </a:p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方案：结构化生成与自动质量门禁</a:t>
            </a:r>
          </a:p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结论：试点周期预计缩短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35661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关键结论</a:t>
            </a:r>
          </a:p>
          <a:p>
            <a:pPr algn="ctr">
              <a:defRPr sz="2300" b="1"/>
            </a:pPr>
            <a:r>
              <a:t>结论：试点周期预计缩短 35%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问题与机会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2070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latin typeface="Microsoft YaHei"/>
              </a:rPr>
              <a:t>从人工抽检转向可解释评测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6492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质量标准分散，结果不可复现</a:t>
            </a:r>
          </a:p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单一模型总分缺少证据和校准</a:t>
            </a:r>
          </a:p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机会：构建 Oracle 化、可审计的统一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35661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关键结论</a:t>
            </a:r>
          </a:p>
          <a:p>
            <a:pPr algn="ctr">
              <a:defRPr sz="2300" b="1"/>
            </a:pPr>
            <a:r>
              <a:t>机会：构建 Oracle 化、可审计的统一 Harness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系统方案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2070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latin typeface="Microsoft YaHei"/>
              </a:rPr>
              <a:t>确定性总控 + 可替换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6492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基础质量 Oracle 在四场景中强制运行</a:t>
            </a:r>
          </a:p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专项 Oracle 按证据条件执行</a:t>
            </a:r>
          </a:p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PDMS 式聚合避免审美掩盖硬错误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35661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关键结论</a:t>
            </a:r>
          </a:p>
          <a:p>
            <a:pPr algn="ctr">
              <a:defRPr sz="2300" b="1"/>
            </a:pPr>
            <a:r>
              <a:t>PDMS 式聚合避免审美掩盖硬错误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Microsoft YaHei"/>
              </a:rPr>
              <a:t>验证与下一步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12070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latin typeface="Microsoft YaHei"/>
              </a:rPr>
              <a:t>从元评测走向生产影子运行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6492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冻结集验证相关性、稳定性与误放行</a:t>
            </a:r>
          </a:p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低置信与降级样本转人工复核</a:t>
            </a:r>
          </a:p>
          <a:p>
            <a:pPr>
              <a:spcAft>
                <a:spcPts val="1600"/>
              </a:spcAft>
              <a:defRPr sz="2000">
                <a:latin typeface="Microsoft YaHei"/>
              </a:defRPr>
            </a:pPr>
            <a:r>
              <a:t>下一步：接入真实编辑 diff，形成数据飞轮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35661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关键结论</a:t>
            </a:r>
          </a:p>
          <a:p>
            <a:pPr algn="ctr">
              <a:defRPr sz="2300" b="1"/>
            </a:pPr>
            <a:r>
              <a:t>下一步：接入真实编辑 diff，形成数据飞轮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