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137d6716794296" /><Relationship Type="http://schemas.openxmlformats.org/officeDocument/2006/relationships/extended-properties" Target="/docProps/app.xml" Id="R6cedc838d99e4b04" /><Relationship Type="http://schemas.openxmlformats.org/officeDocument/2006/relationships/officeDocument" Target="/ppt/presentation.xml" Id="R059481498790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525d8037d49da"/>
  </p:sldMasterIdLst>
  <p:notesMasterIdLst>
    <p:notesMasterId xmlns:r="http://schemas.openxmlformats.org/officeDocument/2006/relationships" r:id="R8a31b1a431824297"/>
  </p:notesMasterIdLst>
  <p:sldIdLst>
    <p:sldId xmlns:r="http://schemas.openxmlformats.org/officeDocument/2006/relationships" id="256" r:id="R2b819e316fdb4979"/>
    <p:sldId xmlns:r="http://schemas.openxmlformats.org/officeDocument/2006/relationships" id="257" r:id="R6a0d10589ee445fd"/>
    <p:sldId xmlns:r="http://schemas.openxmlformats.org/officeDocument/2006/relationships" id="258" r:id="R4f26a362fbc2436a"/>
    <p:sldId xmlns:r="http://schemas.openxmlformats.org/officeDocument/2006/relationships" id="259" r:id="R6cb9e46dcc4b4170"/>
    <p:sldId xmlns:r="http://schemas.openxmlformats.org/officeDocument/2006/relationships" id="260" r:id="R87332a4fa0204b34"/>
    <p:sldId xmlns:r="http://schemas.openxmlformats.org/officeDocument/2006/relationships" id="261" r:id="R6f8c62e6f6c14981"/>
    <p:sldId xmlns:r="http://schemas.openxmlformats.org/officeDocument/2006/relationships" id="262" r:id="Rcf964ad08ae948b4"/>
    <p:sldId xmlns:r="http://schemas.openxmlformats.org/officeDocument/2006/relationships" id="263" r:id="R68153e331d1b4f28"/>
    <p:sldId xmlns:r="http://schemas.openxmlformats.org/officeDocument/2006/relationships" id="264" r:id="R7b82ea54ec154f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62c40f60e43be" /><Relationship Type="http://schemas.openxmlformats.org/officeDocument/2006/relationships/slideMaster" Target="/ppt/slideMasters/slideMaster1.xml" Id="Rab4525d8037d49da" /><Relationship Type="http://schemas.openxmlformats.org/officeDocument/2006/relationships/notesMaster" Target="/ppt/notesMasters/notesMaster1.xml" Id="R8a31b1a431824297" /><Relationship Type="http://schemas.openxmlformats.org/officeDocument/2006/relationships/presProps" Target="/ppt/presProps.xml" Id="R09605cad78a94801" /><Relationship Type="http://schemas.openxmlformats.org/officeDocument/2006/relationships/tableStyles" Target="/ppt/tableStyles.xml" Id="R7e058b6386204e51" /><Relationship Type="http://schemas.openxmlformats.org/officeDocument/2006/relationships/slide" Target="/ppt/slides/slide1.xml" Id="R2b819e316fdb4979" /><Relationship Type="http://schemas.openxmlformats.org/officeDocument/2006/relationships/slide" Target="/ppt/slides/slide2.xml" Id="R6a0d10589ee445fd" /><Relationship Type="http://schemas.openxmlformats.org/officeDocument/2006/relationships/slide" Target="/ppt/slides/slide3.xml" Id="R4f26a362fbc2436a" /><Relationship Type="http://schemas.openxmlformats.org/officeDocument/2006/relationships/slide" Target="/ppt/slides/slide4.xml" Id="R6cb9e46dcc4b4170" /><Relationship Type="http://schemas.openxmlformats.org/officeDocument/2006/relationships/slide" Target="/ppt/slides/slide5.xml" Id="R87332a4fa0204b34" /><Relationship Type="http://schemas.openxmlformats.org/officeDocument/2006/relationships/slide" Target="/ppt/slides/slide6.xml" Id="R6f8c62e6f6c14981" /><Relationship Type="http://schemas.openxmlformats.org/officeDocument/2006/relationships/slide" Target="/ppt/slides/slide7.xml" Id="Rcf964ad08ae948b4" /><Relationship Type="http://schemas.openxmlformats.org/officeDocument/2006/relationships/slide" Target="/ppt/slides/slide8.xml" Id="R68153e331d1b4f28" /><Relationship Type="http://schemas.openxmlformats.org/officeDocument/2006/relationships/slide" Target="/ppt/slides/slide9.xml" Id="R7b82ea54ec15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2a74069ecd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139778b724838" /><Relationship Type="http://schemas.openxmlformats.org/officeDocument/2006/relationships/notesMaster" Target="/ppt/notesMasters/notesMaster1.xml" Id="R76e45389cd2e4c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de75c86a3e4f2e" /><Relationship Type="http://schemas.openxmlformats.org/officeDocument/2006/relationships/notesMaster" Target="/ppt/notesMasters/notesMaster1.xml" Id="Rb9884e992ffa41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ffb07a3b284a7a" /><Relationship Type="http://schemas.openxmlformats.org/officeDocument/2006/relationships/notesMaster" Target="/ppt/notesMasters/notesMaster1.xml" Id="R5f3ee4b856af4e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a570324b714044" /><Relationship Type="http://schemas.openxmlformats.org/officeDocument/2006/relationships/notesMaster" Target="/ppt/notesMasters/notesMaster1.xml" Id="Rdc497ac2ede84e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ff01ebfdeb4a16" /><Relationship Type="http://schemas.openxmlformats.org/officeDocument/2006/relationships/notesMaster" Target="/ppt/notesMasters/notesMaster1.xml" Id="R97f4ae6e638644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334562f0ab4969" /><Relationship Type="http://schemas.openxmlformats.org/officeDocument/2006/relationships/notesMaster" Target="/ppt/notesMasters/notesMaster1.xml" Id="Rbf87d9be56c446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22754a95f4bb1" /><Relationship Type="http://schemas.openxmlformats.org/officeDocument/2006/relationships/notesMaster" Target="/ppt/notesMasters/notesMaster1.xml" Id="R3944299df7d548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c9fc53952b4b98" /><Relationship Type="http://schemas.openxmlformats.org/officeDocument/2006/relationships/notesMaster" Target="/ppt/notesMasters/notesMaster1.xml" Id="R548f4d3fe8a7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2e73180ad54758" /><Relationship Type="http://schemas.openxmlformats.org/officeDocument/2006/relationships/notesMaster" Target="/ppt/notesMasters/notesMaster1.xml" Id="R2b6194e0edab4d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reports/01_research/00_project_charter.md (sha256:unavailable)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reports/01_research/01_related_work_matrix.md (sha256:0030aabb5537cb33578e976842fd317b5ff56e23be4a72be43a6825a95be1654)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reports/01_research/02_ppt_pdms_migration.md (sha256:409ce2855b5ce716cf945ab34b607621908fb7c38ad12ff5381d39aa29a7c2f9)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reports/02_development/01_system_design.md (sha256:b60cea69b747874d6e2ada325ee31f6ad288413842883f8a604af949118fafca)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reports/02_development/00_srs.md (sha256:c8b7e7be35891ff35d71d7eebe7257b26c8974a788aaea64a10e603367f609c8)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reports/02_development/04_traceability_matrix.md (sha256:5b7ededec4ffb4fbac540fd6e0771fdc2a49bacda95770fa3ef1385930fe5e23)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reports/03_evaluation/00_preregistration.md (sha256:1fa9f7452053addad8744760cd5f2deee4c8619b84239b8fc0563eaf8eb09f7d)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reports/03_evaluation/04_mvp_verification.md (sha256:1c25da937d3aa2bf3f1464307b9394d77e8b2ad53b79c0d26590f167ba37daf4)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reports/03_evaluation/02_acceptance_and_shadow.md (sha256:abc6d7fd3c3ab37e3cb6a335dd0ffa638af2a84c97b7633500dad510e8d9e95e)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ccd347f5d4b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51fc609b0045be" /><Relationship Type="http://schemas.openxmlformats.org/officeDocument/2006/relationships/slideLayout" Target="/ppt/slideLayouts/slideLayout1.xml" Id="R98d715fbcbc649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d715fbcbc649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d227aabac4a46" /><Relationship Type="http://schemas.openxmlformats.org/officeDocument/2006/relationships/notesSlide" Target="/ppt/notesSlides/notesSlide1.xml" Id="Rf71b08bffabe49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3b451d9349a7" /><Relationship Type="http://schemas.openxmlformats.org/officeDocument/2006/relationships/notesSlide" Target="/ppt/notesSlides/notesSlide2.xml" Id="R2a1137819cb444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33a4be59c4add" /><Relationship Type="http://schemas.openxmlformats.org/officeDocument/2006/relationships/notesSlide" Target="/ppt/notesSlides/notesSlide3.xml" Id="R16810363035d4c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780d631904563" /><Relationship Type="http://schemas.openxmlformats.org/officeDocument/2006/relationships/notesSlide" Target="/ppt/notesSlides/notesSlide4.xml" Id="R7223be855170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ef957fb464726" /><Relationship Type="http://schemas.openxmlformats.org/officeDocument/2006/relationships/notesSlide" Target="/ppt/notesSlides/notesSlide5.xml" Id="R92e6aef6556447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5558dde614624" /><Relationship Type="http://schemas.openxmlformats.org/officeDocument/2006/relationships/notesSlide" Target="/ppt/notesSlides/notesSlide6.xml" Id="Rf1099a72c2344f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31cb2a6f84488" /><Relationship Type="http://schemas.openxmlformats.org/officeDocument/2006/relationships/notesSlide" Target="/ppt/notesSlides/notesSlide7.xml" Id="Re0e6664e525c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0393fbb474443" /><Relationship Type="http://schemas.openxmlformats.org/officeDocument/2006/relationships/notesSlide" Target="/ppt/notesSlides/notesSlide8.xml" Id="R934f35e8694642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a9b781c544ade" /><Relationship Type="http://schemas.openxmlformats.org/officeDocument/2006/relationships/notesSlide" Target="/ppt/notesSlides/notesSlide9.xml" Id="R72c5c731a67e4c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apter-0">
            <a:extLst xmlns:a="http://schemas.openxmlformats.org/drawingml/2006/main">
              <a:ext uri="{FF2B5EF4-FFF2-40B4-BE49-F238E27FC236}">
                <a16:creationId xmlns:a16="http://schemas.microsoft.com/office/drawing/2014/main" id="{967DBD5B-8DDB-4783-96FD-DD2DCF3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01</a:t>
            </a:r>
          </a:p>
        </p:txBody>
      </p:sp>
      <p:sp>
        <p:nvSpPr>
          <p:cNvPr id="2" name="title-0">
            <a:extLst xmlns:a="http://schemas.openxmlformats.org/drawingml/2006/main">
              <a:ext uri="{FF2B5EF4-FFF2-40B4-BE49-F238E27FC236}">
                <a16:creationId xmlns:a16="http://schemas.microsoft.com/office/drawing/2014/main" id="{7BF906B7-B5F9-4A8D-8684-FFEB17DA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先证明问题，再写评测器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B322EBAD-405C-49DD-97C5-A950B629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header-rule-0">
            <a:extLst xmlns:a="http://schemas.openxmlformats.org/drawingml/2006/main">
              <a:ext uri="{FF2B5EF4-FFF2-40B4-BE49-F238E27FC236}">
                <a16:creationId xmlns:a16="http://schemas.microsoft.com/office/drawing/2014/main" id="{90E1442B-3697-4BFB-BC53-41F408CF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0">
            <a:extLst xmlns:a="http://schemas.openxmlformats.org/drawingml/2006/main">
              <a:ext uri="{FF2B5EF4-FFF2-40B4-BE49-F238E27FC236}">
                <a16:creationId xmlns:a16="http://schemas.microsoft.com/office/drawing/2014/main" id="{5B2A0F85-F487-4338-AB3F-27D463C5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phase-band-0">
            <a:extLst xmlns:a="http://schemas.openxmlformats.org/drawingml/2006/main">
              <a:ext uri="{FF2B5EF4-FFF2-40B4-BE49-F238E27FC236}">
                <a16:creationId xmlns:a16="http://schemas.microsoft.com/office/drawing/2014/main" id="{D6BE6FF1-F550-447B-BB0D-E3F1CA1C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42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im-0">
            <a:extLst xmlns:a="http://schemas.openxmlformats.org/drawingml/2006/main">
              <a:ext uri="{FF2B5EF4-FFF2-40B4-BE49-F238E27FC236}">
                <a16:creationId xmlns:a16="http://schemas.microsoft.com/office/drawing/2014/main" id="{B7D8F0E2-F01D-4B25-984C-8BA4204B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962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四场景共享本体质量，但证据条件和失败方式不同。</a:t>
            </a:r>
          </a:p>
        </p:txBody>
      </p:sp>
      <p:sp>
        <p:nvSpPr>
          <p:cNvPr id="8" name="phase-mark-0">
            <a:extLst xmlns:a="http://schemas.openxmlformats.org/drawingml/2006/main">
              <a:ext uri="{FF2B5EF4-FFF2-40B4-BE49-F238E27FC236}">
                <a16:creationId xmlns:a16="http://schemas.microsoft.com/office/drawing/2014/main" id="{02424C52-5A4E-4303-AE66-AF355570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9" name="point-panel-0">
            <a:extLst xmlns:a="http://schemas.openxmlformats.org/drawingml/2006/main">
              <a:ext uri="{FF2B5EF4-FFF2-40B4-BE49-F238E27FC236}">
                <a16:creationId xmlns:a16="http://schemas.microsoft.com/office/drawing/2014/main" id="{FF72DB50-A4B9-4F5A-A1A8-5B14051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int-num-0-0">
            <a:extLst xmlns:a="http://schemas.openxmlformats.org/drawingml/2006/main">
              <a:ext uri="{FF2B5EF4-FFF2-40B4-BE49-F238E27FC236}">
                <a16:creationId xmlns:a16="http://schemas.microsoft.com/office/drawing/2014/main" id="{8C6E2069-F1D8-42F5-A2F8-F8B14868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point-0-0">
            <a:extLst xmlns:a="http://schemas.openxmlformats.org/drawingml/2006/main">
              <a:ext uri="{FF2B5EF4-FFF2-40B4-BE49-F238E27FC236}">
                <a16:creationId xmlns:a16="http://schemas.microsoft.com/office/drawing/2014/main" id="{A66BF2D9-0B8E-4A4F-B515-DDD8B065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任务定义先于指标</a:t>
            </a:r>
          </a:p>
        </p:txBody>
      </p:sp>
      <p:sp>
        <p:nvSpPr>
          <p:cNvPr id="12" name="point-num-0-1">
            <a:extLst xmlns:a="http://schemas.openxmlformats.org/drawingml/2006/main">
              <a:ext uri="{FF2B5EF4-FFF2-40B4-BE49-F238E27FC236}">
                <a16:creationId xmlns:a16="http://schemas.microsoft.com/office/drawing/2014/main" id="{E5FDDD7D-12C7-4C5E-9D55-093A558E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point-0-1">
            <a:extLst xmlns:a="http://schemas.openxmlformats.org/drawingml/2006/main">
              <a:ext uri="{FF2B5EF4-FFF2-40B4-BE49-F238E27FC236}">
                <a16:creationId xmlns:a16="http://schemas.microsoft.com/office/drawing/2014/main" id="{E868E323-5A46-40C3-B165-077CF2EE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本体质量是强制兜底</a:t>
            </a:r>
          </a:p>
        </p:txBody>
      </p:sp>
      <p:sp>
        <p:nvSpPr>
          <p:cNvPr id="14" name="point-num-0-2">
            <a:extLst xmlns:a="http://schemas.openxmlformats.org/drawingml/2006/main">
              <a:ext uri="{FF2B5EF4-FFF2-40B4-BE49-F238E27FC236}">
                <a16:creationId xmlns:a16="http://schemas.microsoft.com/office/drawing/2014/main" id="{3E5CF332-DE41-42D6-BB0E-4D7B06CF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oint-0-2">
            <a:extLst xmlns:a="http://schemas.openxmlformats.org/drawingml/2006/main">
              <a:ext uri="{FF2B5EF4-FFF2-40B4-BE49-F238E27FC236}">
                <a16:creationId xmlns:a16="http://schemas.microsoft.com/office/drawing/2014/main" id="{33C71310-A085-416C-BECC-2CF3C184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研究门禁阻止无依据权重上线</a:t>
            </a:r>
          </a:p>
        </p:txBody>
      </p:sp>
    </p:spTree>
    <p:extLst>
      <p:ext uri="{BB962C8B-B14F-4D97-AF65-F5344CB8AC3E}">
        <p14:creationId xmlns:p14="http://schemas.microsoft.com/office/powerpoint/2010/main" val="189343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hapter-1">
            <a:extLst xmlns:a="http://schemas.openxmlformats.org/drawingml/2006/main">
              <a:ext uri="{FF2B5EF4-FFF2-40B4-BE49-F238E27FC236}">
                <a16:creationId xmlns:a16="http://schemas.microsoft.com/office/drawing/2014/main" id="{EC35DE0E-24B9-4E34-9611-B45497A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02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583D754C-A8C8-4650-A2C2-7D7B80B1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公开基线覆盖局部，工业闭环要求证据链</a:t>
            </a:r>
          </a:p>
        </p:txBody>
      </p:sp>
      <p:sp>
        <p:nvSpPr>
          <p:cNvPr id="3" name="number-1">
            <a:extLst xmlns:a="http://schemas.openxmlformats.org/drawingml/2006/main">
              <a:ext uri="{FF2B5EF4-FFF2-40B4-BE49-F238E27FC236}">
                <a16:creationId xmlns:a16="http://schemas.microsoft.com/office/drawing/2014/main" id="{7A15CCE5-8AFA-439E-8312-F321596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15B94D7F-00EF-41B5-B53A-366EEE32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81287397-3BA4-4CFB-ACBB-F1A37EDE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1">
            <a:extLst xmlns:a="http://schemas.openxmlformats.org/drawingml/2006/main">
              <a:ext uri="{FF2B5EF4-FFF2-40B4-BE49-F238E27FC236}">
                <a16:creationId xmlns:a16="http://schemas.microsoft.com/office/drawing/2014/main" id="{C77B2804-223A-47ED-BBE0-F48DE680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2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单一 LLM/VLM 总分不能同时解决忠实性、可交付性与审计。</a:t>
            </a:r>
          </a:p>
        </p:txBody>
      </p:sp>
      <p:sp>
        <p:nvSpPr>
          <p:cNvPr id="7" name="matrix-head-a-1">
            <a:extLst xmlns:a="http://schemas.openxmlformats.org/drawingml/2006/main">
              <a:ext uri="{FF2B5EF4-FFF2-40B4-BE49-F238E27FC236}">
                <a16:creationId xmlns:a16="http://schemas.microsoft.com/office/drawing/2014/main" id="{71671963-A8E1-47BE-A193-B94BE67E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8" name="matrix-head-b-1">
            <a:extLst xmlns:a="http://schemas.openxmlformats.org/drawingml/2006/main">
              <a:ext uri="{FF2B5EF4-FFF2-40B4-BE49-F238E27FC236}">
                <a16:creationId xmlns:a16="http://schemas.microsoft.com/office/drawing/2014/main" id="{F2A46581-4B3E-4A00-90D0-C8FA0BBF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00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公开基线常见边界</a:t>
            </a:r>
          </a:p>
        </p:txBody>
      </p:sp>
      <p:sp>
        <p:nvSpPr>
          <p:cNvPr id="9" name="matrix-head-c-1">
            <a:extLst xmlns:a="http://schemas.openxmlformats.org/drawingml/2006/main">
              <a:ext uri="{FF2B5EF4-FFF2-40B4-BE49-F238E27FC236}">
                <a16:creationId xmlns:a16="http://schemas.microsoft.com/office/drawing/2014/main" id="{A884D299-0F33-4DE5-BFA2-0A205094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工业 Harness</a:t>
            </a:r>
          </a:p>
        </p:txBody>
      </p:sp>
      <p:sp>
        <p:nvSpPr>
          <p:cNvPr id="10" name="matrix-row-1-0">
            <a:extLst xmlns:a="http://schemas.openxmlformats.org/drawingml/2006/main">
              <a:ext uri="{FF2B5EF4-FFF2-40B4-BE49-F238E27FC236}">
                <a16:creationId xmlns:a16="http://schemas.microsoft.com/office/drawing/2014/main" id="{06213F47-B1D9-489B-9707-8B4D28D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1" name="matrix-a-1-0">
            <a:extLst xmlns:a="http://schemas.openxmlformats.org/drawingml/2006/main">
              <a:ext uri="{FF2B5EF4-FFF2-40B4-BE49-F238E27FC236}">
                <a16:creationId xmlns:a16="http://schemas.microsoft.com/office/drawing/2014/main" id="{E7B9242F-477A-4AEB-834D-5879F062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结构证据</a:t>
            </a:r>
          </a:p>
        </p:txBody>
      </p:sp>
      <p:sp>
        <p:nvSpPr>
          <p:cNvPr id="12" name="matrix-b-1-0">
            <a:extLst xmlns:a="http://schemas.openxmlformats.org/drawingml/2006/main">
              <a:ext uri="{FF2B5EF4-FFF2-40B4-BE49-F238E27FC236}">
                <a16:creationId xmlns:a16="http://schemas.microsoft.com/office/drawing/2014/main" id="{6891BCED-3BE6-45EA-A557-C326B9D8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813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局部/缺失</a:t>
            </a:r>
          </a:p>
        </p:txBody>
      </p:sp>
      <p:sp>
        <p:nvSpPr>
          <p:cNvPr id="13" name="matrix-c-1-0">
            <a:extLst xmlns:a="http://schemas.openxmlformats.org/drawingml/2006/main">
              <a:ext uri="{FF2B5EF4-FFF2-40B4-BE49-F238E27FC236}">
                <a16:creationId xmlns:a16="http://schemas.microsoft.com/office/drawing/2014/main" id="{475D22FF-8644-4A24-B2F6-DC7F3159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PPTX 对象树 + 渲染</a:t>
            </a:r>
          </a:p>
        </p:txBody>
      </p:sp>
      <p:sp>
        <p:nvSpPr>
          <p:cNvPr id="14" name="matrix-row-1-1">
            <a:extLst xmlns:a="http://schemas.openxmlformats.org/drawingml/2006/main">
              <a:ext uri="{FF2B5EF4-FFF2-40B4-BE49-F238E27FC236}">
                <a16:creationId xmlns:a16="http://schemas.microsoft.com/office/drawing/2014/main" id="{E7A4D922-2071-4D93-8532-244F4906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5" name="matrix-a-1-1">
            <a:extLst xmlns:a="http://schemas.openxmlformats.org/drawingml/2006/main">
              <a:ext uri="{FF2B5EF4-FFF2-40B4-BE49-F238E27FC236}">
                <a16:creationId xmlns:a16="http://schemas.microsoft.com/office/drawing/2014/main" id="{61BED030-1660-4D83-91F2-DD731DD1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忠实与视觉</a:t>
            </a:r>
          </a:p>
        </p:txBody>
      </p:sp>
      <p:sp>
        <p:nvSpPr>
          <p:cNvPr id="16" name="matrix-b-1-1">
            <a:extLst xmlns:a="http://schemas.openxmlformats.org/drawingml/2006/main">
              <a:ext uri="{FF2B5EF4-FFF2-40B4-BE49-F238E27FC236}">
                <a16:creationId xmlns:a16="http://schemas.microsoft.com/office/drawing/2014/main" id="{4EDE4AAF-25F6-4D37-9B72-08B1A646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48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常由单一 Judge 覆盖</a:t>
            </a:r>
          </a:p>
        </p:txBody>
      </p:sp>
      <p:sp>
        <p:nvSpPr>
          <p:cNvPr id="17" name="matrix-c-1-1">
            <a:extLst xmlns:a="http://schemas.openxmlformats.org/drawingml/2006/main">
              <a:ext uri="{FF2B5EF4-FFF2-40B4-BE49-F238E27FC236}">
                <a16:creationId xmlns:a16="http://schemas.microsoft.com/office/drawing/2014/main" id="{B9AA4BF8-4331-4B43-B5FE-C325A378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480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专项 Oracle + 视觉 Oracle</a:t>
            </a:r>
          </a:p>
        </p:txBody>
      </p:sp>
      <p:sp>
        <p:nvSpPr>
          <p:cNvPr id="18" name="matrix-row-1-2">
            <a:extLst xmlns:a="http://schemas.openxmlformats.org/drawingml/2006/main">
              <a:ext uri="{FF2B5EF4-FFF2-40B4-BE49-F238E27FC236}">
                <a16:creationId xmlns:a16="http://schemas.microsoft.com/office/drawing/2014/main" id="{B79A20D2-829F-4F46-A016-CAE7158B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matrix-a-1-2">
            <a:extLst xmlns:a="http://schemas.openxmlformats.org/drawingml/2006/main">
              <a:ext uri="{FF2B5EF4-FFF2-40B4-BE49-F238E27FC236}">
                <a16:creationId xmlns:a16="http://schemas.microsoft.com/office/drawing/2014/main" id="{C833656C-A7C8-4575-9F74-97350D4C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执行错误</a:t>
            </a:r>
          </a:p>
        </p:txBody>
      </p:sp>
      <p:sp>
        <p:nvSpPr>
          <p:cNvPr id="20" name="matrix-b-1-2">
            <a:extLst xmlns:a="http://schemas.openxmlformats.org/drawingml/2006/main">
              <a:ext uri="{FF2B5EF4-FFF2-40B4-BE49-F238E27FC236}">
                <a16:creationId xmlns:a16="http://schemas.microsoft.com/office/drawing/2014/main" id="{908E7C67-7CB5-4289-9AA2-71DAD616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易混入低分</a:t>
            </a:r>
          </a:p>
        </p:txBody>
      </p:sp>
      <p:sp>
        <p:nvSpPr>
          <p:cNvPr id="21" name="matrix-c-1-2">
            <a:extLst xmlns:a="http://schemas.openxmlformats.org/drawingml/2006/main">
              <a:ext uri="{FF2B5EF4-FFF2-40B4-BE49-F238E27FC236}">
                <a16:creationId xmlns:a16="http://schemas.microsoft.com/office/drawing/2014/main" id="{77827519-B09E-49D4-8ECE-15E3D4D7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ERROR 与 FAIL 类型隔离</a:t>
            </a:r>
          </a:p>
        </p:txBody>
      </p:sp>
      <p:sp>
        <p:nvSpPr>
          <p:cNvPr id="22" name="matrix-row-1-3">
            <a:extLst xmlns:a="http://schemas.openxmlformats.org/drawingml/2006/main">
              <a:ext uri="{FF2B5EF4-FFF2-40B4-BE49-F238E27FC236}">
                <a16:creationId xmlns:a16="http://schemas.microsoft.com/office/drawing/2014/main" id="{D72E75F5-0FA3-4438-A3B7-544D0093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3" name="matrix-a-1-3">
            <a:extLst xmlns:a="http://schemas.openxmlformats.org/drawingml/2006/main">
              <a:ext uri="{FF2B5EF4-FFF2-40B4-BE49-F238E27FC236}">
                <a16:creationId xmlns:a16="http://schemas.microsoft.com/office/drawing/2014/main" id="{5371C95B-390D-45E6-BE78-49BD309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审计复现</a:t>
            </a:r>
          </a:p>
        </p:txBody>
      </p:sp>
      <p:sp>
        <p:nvSpPr>
          <p:cNvPr id="24" name="matrix-b-1-3">
            <a:extLst xmlns:a="http://schemas.openxmlformats.org/drawingml/2006/main">
              <a:ext uri="{FF2B5EF4-FFF2-40B4-BE49-F238E27FC236}">
                <a16:creationId xmlns:a16="http://schemas.microsoft.com/office/drawing/2014/main" id="{BC6E9E2A-73D2-4F1B-95A3-4D34E3EC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81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版本信息不完整</a:t>
            </a:r>
          </a:p>
        </p:txBody>
      </p:sp>
      <p:sp>
        <p:nvSpPr>
          <p:cNvPr id="25" name="matrix-c-1-3">
            <a:extLst xmlns:a="http://schemas.openxmlformats.org/drawingml/2006/main">
              <a:ext uri="{FF2B5EF4-FFF2-40B4-BE49-F238E27FC236}">
                <a16:creationId xmlns:a16="http://schemas.microsoft.com/office/drawing/2014/main" id="{8D2EA720-8570-42A7-BDD9-F40DC6AC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815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Manifest + append-only 事件</a:t>
            </a:r>
          </a:p>
        </p:txBody>
      </p:sp>
      <p:sp>
        <p:nvSpPr>
          <p:cNvPr id="26" name="note-1">
            <a:extLst xmlns:a="http://schemas.openxmlformats.org/drawingml/2006/main">
              <a:ext uri="{FF2B5EF4-FFF2-40B4-BE49-F238E27FC236}">
                <a16:creationId xmlns:a16="http://schemas.microsoft.com/office/drawing/2014/main" id="{27144037-22A5-4599-8E46-D1330C21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基线状态：PPTEval 与 SlidesBench 已固定版本并真实 smoke；模型凭证和缺失数据阻止 exact score。</a:t>
            </a:r>
          </a:p>
        </p:txBody>
      </p:sp>
    </p:spTree>
    <p:extLst>
      <p:ext uri="{BB962C8B-B14F-4D97-AF65-F5344CB8AC3E}">
        <p14:creationId xmlns:p14="http://schemas.microsoft.com/office/powerpoint/2010/main" val="1023685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2">
            <a:extLst xmlns:a="http://schemas.openxmlformats.org/drawingml/2006/main">
              <a:ext uri="{FF2B5EF4-FFF2-40B4-BE49-F238E27FC236}">
                <a16:creationId xmlns:a16="http://schemas.microsoft.com/office/drawing/2014/main" id="{F601D369-5EB8-44D6-9205-7C8DDDF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03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810C4D2-0505-4DD2-ADEC-ABE34ACF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PPT-PDMS 把不可补偿缺陷放在公式外层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3739C149-91A1-40E8-A513-05738ABA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CACB0445-8BD3-4C8C-B802-70E500F0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72C49237-4128-47DF-A9E5-7A92670B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2">
            <a:extLst xmlns:a="http://schemas.openxmlformats.org/drawingml/2006/main">
              <a:ext uri="{FF2B5EF4-FFF2-40B4-BE49-F238E27FC236}">
                <a16:creationId xmlns:a16="http://schemas.microsoft.com/office/drawing/2014/main" id="{DBD3B3D9-E521-41A4-B3C3-25A99E58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少量高置信硬错误相乘，其他性能在内层加权。</a:t>
            </a:r>
          </a:p>
        </p:txBody>
      </p:sp>
      <p:sp>
        <p:nvSpPr>
          <p:cNvPr id="7" name="outer-2">
            <a:extLst xmlns:a="http://schemas.openxmlformats.org/drawingml/2006/main">
              <a:ext uri="{FF2B5EF4-FFF2-40B4-BE49-F238E27FC236}">
                <a16:creationId xmlns:a16="http://schemas.microsoft.com/office/drawing/2014/main" id="{7CE7CD07-7816-4F55-BDE2-09E09EA1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0668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19050">
            <a:solidFill>
              <a:srgbClr val="B44536"/>
            </a:solidFill>
            <a:prstDash val="solid"/>
          </a:ln>
        </p:spPr>
      </p:sp>
      <p:sp>
        <p:nvSpPr>
          <p:cNvPr id="8" name="m-label-2">
            <a:extLst xmlns:a="http://schemas.openxmlformats.org/drawingml/2006/main">
              <a:ext uri="{FF2B5EF4-FFF2-40B4-BE49-F238E27FC236}">
                <a16:creationId xmlns:a16="http://schemas.microsoft.com/office/drawing/2014/main" id="{B2735FE5-DD4B-44D0-98E1-B46E19CF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外层：不可补偿且高置信</a:t>
            </a:r>
          </a:p>
        </p:txBody>
      </p:sp>
      <p:sp>
        <p:nvSpPr>
          <p:cNvPr id="9" name="formula-2">
            <a:extLst xmlns:a="http://schemas.openxmlformats.org/drawingml/2006/main">
              <a:ext uri="{FF2B5EF4-FFF2-40B4-BE49-F238E27FC236}">
                <a16:creationId xmlns:a16="http://schemas.microsoft.com/office/drawing/2014/main" id="{C9123008-F594-4124-B4F2-0AB3433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rPr>
              <a:t>100 × ∏(M_base) × ∏(M_scene)</a:t>
            </a:r>
          </a:p>
        </p:txBody>
      </p:sp>
      <p:sp>
        <p:nvSpPr>
          <p:cNvPr id="10" name="times-2">
            <a:extLst xmlns:a="http://schemas.openxmlformats.org/drawingml/2006/main">
              <a:ext uri="{FF2B5EF4-FFF2-40B4-BE49-F238E27FC236}">
                <a16:creationId xmlns:a16="http://schemas.microsoft.com/office/drawing/2014/main" id="{FB656DD7-D131-460D-A632-8F624BC4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718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inner-2">
            <a:extLst xmlns:a="http://schemas.openxmlformats.org/drawingml/2006/main">
              <a:ext uri="{FF2B5EF4-FFF2-40B4-BE49-F238E27FC236}">
                <a16:creationId xmlns:a16="http://schemas.microsoft.com/office/drawing/2014/main" id="{E52CF603-F171-4E3F-8F25-80707CCF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19375"/>
            <a:ext cx="4905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inner-label-2">
            <a:extLst xmlns:a="http://schemas.openxmlformats.org/drawingml/2006/main">
              <a:ext uri="{FF2B5EF4-FFF2-40B4-BE49-F238E27FC236}">
                <a16:creationId xmlns:a16="http://schemas.microsoft.com/office/drawing/2014/main" id="{18811000-F7B3-460C-94A6-64F8023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内层：允许补偿的性能</a:t>
            </a:r>
          </a:p>
        </p:txBody>
      </p:sp>
      <p:sp>
        <p:nvSpPr>
          <p:cNvPr id="13" name="inner-formula-2">
            <a:extLst xmlns:a="http://schemas.openxmlformats.org/drawingml/2006/main">
              <a:ext uri="{FF2B5EF4-FFF2-40B4-BE49-F238E27FC236}">
                <a16:creationId xmlns:a16="http://schemas.microsoft.com/office/drawing/2014/main" id="{26F88E2C-271C-4400-8D88-90E2039E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71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rPr>
              <a:t>λ·A_base + (1−λ)·A_scene</a:t>
            </a:r>
          </a:p>
        </p:txBody>
      </p:sp>
      <p:sp>
        <p:nvSpPr>
          <p:cNvPr id="14" name="rule-box-2-0">
            <a:extLst xmlns:a="http://schemas.openxmlformats.org/drawingml/2006/main">
              <a:ext uri="{FF2B5EF4-FFF2-40B4-BE49-F238E27FC236}">
                <a16:creationId xmlns:a16="http://schemas.microsoft.com/office/drawing/2014/main" id="{507BF005-E154-4008-8800-B0EF1484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num-2-0">
            <a:extLst xmlns:a="http://schemas.openxmlformats.org/drawingml/2006/main">
              <a:ext uri="{FF2B5EF4-FFF2-40B4-BE49-F238E27FC236}">
                <a16:creationId xmlns:a16="http://schemas.microsoft.com/office/drawing/2014/main" id="{9B3BA2DD-9D01-4F80-9B1B-96F77828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rule-2-0">
            <a:extLst xmlns:a="http://schemas.openxmlformats.org/drawingml/2006/main">
              <a:ext uri="{FF2B5EF4-FFF2-40B4-BE49-F238E27FC236}">
                <a16:creationId xmlns:a16="http://schemas.microsoft.com/office/drawing/2014/main" id="{6CDABDE6-CA0C-4C9E-AA01-86E49E14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M ∈ {0, 0.5, 1}</a:t>
            </a:r>
          </a:p>
        </p:txBody>
      </p:sp>
      <p:sp>
        <p:nvSpPr>
          <p:cNvPr id="17" name="rule-box-2-1">
            <a:extLst xmlns:a="http://schemas.openxmlformats.org/drawingml/2006/main">
              <a:ext uri="{FF2B5EF4-FFF2-40B4-BE49-F238E27FC236}">
                <a16:creationId xmlns:a16="http://schemas.microsoft.com/office/drawing/2014/main" id="{78CF2C4C-6156-48AF-8A45-453114FA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le-num-2-1">
            <a:extLst xmlns:a="http://schemas.openxmlformats.org/drawingml/2006/main">
              <a:ext uri="{FF2B5EF4-FFF2-40B4-BE49-F238E27FC236}">
                <a16:creationId xmlns:a16="http://schemas.microsoft.com/office/drawing/2014/main" id="{EBF998AA-A35F-4FBA-919E-2750D02F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rule-2-1">
            <a:extLst xmlns:a="http://schemas.openxmlformats.org/drawingml/2006/main">
              <a:ext uri="{FF2B5EF4-FFF2-40B4-BE49-F238E27FC236}">
                <a16:creationId xmlns:a16="http://schemas.microsoft.com/office/drawing/2014/main" id="{857B9E86-0A5B-46DB-909C-FB1C5B5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同一缺陷不得重复计罚</a:t>
            </a:r>
          </a:p>
        </p:txBody>
      </p:sp>
      <p:sp>
        <p:nvSpPr>
          <p:cNvPr id="20" name="rule-box-2-2">
            <a:extLst xmlns:a="http://schemas.openxmlformats.org/drawingml/2006/main">
              <a:ext uri="{FF2B5EF4-FFF2-40B4-BE49-F238E27FC236}">
                <a16:creationId xmlns:a16="http://schemas.microsoft.com/office/drawing/2014/main" id="{69443495-6ADF-4EE2-97C5-F63C895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num-2-2">
            <a:extLst xmlns:a="http://schemas.openxmlformats.org/drawingml/2006/main">
              <a:ext uri="{FF2B5EF4-FFF2-40B4-BE49-F238E27FC236}">
                <a16:creationId xmlns:a16="http://schemas.microsoft.com/office/drawing/2014/main" id="{BE98D1B7-8BFA-437C-A98E-FB5E02F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rule-2-2">
            <a:extLst xmlns:a="http://schemas.openxmlformats.org/drawingml/2006/main">
              <a:ext uri="{FF2B5EF4-FFF2-40B4-BE49-F238E27FC236}">
                <a16:creationId xmlns:a16="http://schemas.microsoft.com/office/drawing/2014/main" id="{0164395C-785A-4401-A679-212CD5CB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ERROR 不进入公式</a:t>
            </a:r>
          </a:p>
        </p:txBody>
      </p:sp>
      <p:sp>
        <p:nvSpPr>
          <p:cNvPr id="23" name="lambda-2">
            <a:extLst xmlns:a="http://schemas.openxmlformats.org/drawingml/2006/main">
              <a:ext uri="{FF2B5EF4-FFF2-40B4-BE49-F238E27FC236}">
                <a16:creationId xmlns:a16="http://schemas.microsoft.com/office/drawing/2014/main" id="{31FBE5B3-200A-4362-BA74-8DDE111E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50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λ v1：文字 0.55 · 总结 0.40 · 多模态 0.45；待人工金标校准</a:t>
            </a:r>
          </a:p>
        </p:txBody>
      </p:sp>
    </p:spTree>
    <p:extLst>
      <p:ext uri="{BB962C8B-B14F-4D97-AF65-F5344CB8AC3E}">
        <p14:creationId xmlns:p14="http://schemas.microsoft.com/office/powerpoint/2010/main" val="223924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hapter-3">
            <a:extLst xmlns:a="http://schemas.openxmlformats.org/drawingml/2006/main">
              <a:ext uri="{FF2B5EF4-FFF2-40B4-BE49-F238E27FC236}">
                <a16:creationId xmlns:a16="http://schemas.microsoft.com/office/drawing/2014/main" id="{08C67179-39D3-4421-AA29-37D645F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BA82FC0-E1A3-4753-98FE-F3601BC5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确定性总控不需要知道指标怎么打分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77599DCC-E6C9-47ED-ADAE-66D8EFF2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39BF8A85-EC19-4711-83CC-85C2BBF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D6691B89-99E1-47D0-870A-D5ED5B4F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3">
            <a:extLst xmlns:a="http://schemas.openxmlformats.org/drawingml/2006/main">
              <a:ext uri="{FF2B5EF4-FFF2-40B4-BE49-F238E27FC236}">
                <a16:creationId xmlns:a16="http://schemas.microsoft.com/office/drawing/2014/main" id="{C06D991B-8B61-4D83-AE9C-034D53D3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Supervisor 只调度节点、预算和状态，判断封装在 Oracle。</a:t>
            </a:r>
          </a:p>
        </p:txBody>
      </p:sp>
      <p:sp>
        <p:nvSpPr>
          <p:cNvPr id="7" name="layer-3-0">
            <a:extLst xmlns:a="http://schemas.openxmlformats.org/drawingml/2006/main">
              <a:ext uri="{FF2B5EF4-FFF2-40B4-BE49-F238E27FC236}">
                <a16:creationId xmlns:a16="http://schemas.microsoft.com/office/drawing/2014/main" id="{DDBB2963-984E-4F4D-8BCB-5312B008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layer-text-3-0">
            <a:extLst xmlns:a="http://schemas.openxmlformats.org/drawingml/2006/main">
              <a:ext uri="{FF2B5EF4-FFF2-40B4-BE49-F238E27FC236}">
                <a16:creationId xmlns:a16="http://schemas.microsoft.com/office/drawing/2014/main" id="{BCEC4A54-EFBF-4B82-9C9A-CD355E7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76475"/>
            <a:ext cx="851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01  EvaluationService</a:t>
            </a:r>
          </a:p>
        </p:txBody>
      </p:sp>
      <p:sp>
        <p:nvSpPr>
          <p:cNvPr id="9" name="layer-3-1">
            <a:extLst xmlns:a="http://schemas.openxmlformats.org/drawingml/2006/main">
              <a:ext uri="{FF2B5EF4-FFF2-40B4-BE49-F238E27FC236}">
                <a16:creationId xmlns:a16="http://schemas.microsoft.com/office/drawing/2014/main" id="{6C23EE80-AB95-40B5-8558-015FE710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241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1677D2"/>
            </a:solidFill>
            <a:prstDash val="solid"/>
          </a:ln>
        </p:spPr>
      </p:sp>
      <p:sp>
        <p:nvSpPr>
          <p:cNvPr id="10" name="layer-text-3-1">
            <a:extLst xmlns:a="http://schemas.openxmlformats.org/drawingml/2006/main">
              <a:ext uri="{FF2B5EF4-FFF2-40B4-BE49-F238E27FC236}">
                <a16:creationId xmlns:a16="http://schemas.microsoft.com/office/drawing/2014/main" id="{E4C77F8C-E6AE-46BC-A1FA-114E58C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80987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02  RunSupervisor</a:t>
            </a:r>
          </a:p>
        </p:txBody>
      </p:sp>
      <p:sp>
        <p:nvSpPr>
          <p:cNvPr id="11" name="layer-3-2">
            <a:extLst xmlns:a="http://schemas.openxmlformats.org/drawingml/2006/main">
              <a:ext uri="{FF2B5EF4-FFF2-40B4-BE49-F238E27FC236}">
                <a16:creationId xmlns:a16="http://schemas.microsoft.com/office/drawing/2014/main" id="{2D67C808-4F72-4F2B-8DC1-8AFD265B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714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layer-text-3-2">
            <a:extLst xmlns:a="http://schemas.openxmlformats.org/drawingml/2006/main">
              <a:ext uri="{FF2B5EF4-FFF2-40B4-BE49-F238E27FC236}">
                <a16:creationId xmlns:a16="http://schemas.microsoft.com/office/drawing/2014/main" id="{1754BE74-2C00-4773-8EDD-2D6AA7F5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43275"/>
            <a:ext cx="680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03  ProfileCompiler + DagScheduler</a:t>
            </a:r>
          </a:p>
        </p:txBody>
      </p:sp>
      <p:sp>
        <p:nvSpPr>
          <p:cNvPr id="13" name="layer-3-3">
            <a:extLst xmlns:a="http://schemas.openxmlformats.org/drawingml/2006/main">
              <a:ext uri="{FF2B5EF4-FFF2-40B4-BE49-F238E27FC236}">
                <a16:creationId xmlns:a16="http://schemas.microsoft.com/office/drawing/2014/main" id="{536F99F9-71DF-40AD-902E-0FBED33A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909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layer-text-3-3">
            <a:extLst xmlns:a="http://schemas.openxmlformats.org/drawingml/2006/main">
              <a:ext uri="{FF2B5EF4-FFF2-40B4-BE49-F238E27FC236}">
                <a16:creationId xmlns:a16="http://schemas.microsoft.com/office/drawing/2014/main" id="{33642ACA-2375-44B3-98BC-A3A4DD4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876675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04  Composite / Leaf Oracle</a:t>
            </a:r>
          </a:p>
        </p:txBody>
      </p:sp>
      <p:sp>
        <p:nvSpPr>
          <p:cNvPr id="15" name="layer-3-4">
            <a:extLst xmlns:a="http://schemas.openxmlformats.org/drawingml/2006/main">
              <a:ext uri="{FF2B5EF4-FFF2-40B4-BE49-F238E27FC236}">
                <a16:creationId xmlns:a16="http://schemas.microsoft.com/office/drawing/2014/main" id="{7170FA89-2298-4056-A7F1-0F192E0C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layer-text-3-4">
            <a:extLst xmlns:a="http://schemas.openxmlformats.org/drawingml/2006/main">
              <a:ext uri="{FF2B5EF4-FFF2-40B4-BE49-F238E27FC236}">
                <a16:creationId xmlns:a16="http://schemas.microsoft.com/office/drawing/2014/main" id="{0643765E-AFF4-4AA0-9A77-3E6B4343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0075"/>
            <a:ext cx="508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05  Calibrator + PPT-PDMS</a:t>
            </a:r>
          </a:p>
        </p:txBody>
      </p:sp>
      <p:sp>
        <p:nvSpPr>
          <p:cNvPr id="17" name="layer-3-5">
            <a:extLst xmlns:a="http://schemas.openxmlformats.org/drawingml/2006/main">
              <a:ext uri="{FF2B5EF4-FFF2-40B4-BE49-F238E27FC236}">
                <a16:creationId xmlns:a16="http://schemas.microsoft.com/office/drawing/2014/main" id="{803BFD93-8EE7-417C-AB55-7B2FBA9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57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layer-text-3-5">
            <a:extLst xmlns:a="http://schemas.openxmlformats.org/drawingml/2006/main">
              <a:ext uri="{FF2B5EF4-FFF2-40B4-BE49-F238E27FC236}">
                <a16:creationId xmlns:a16="http://schemas.microsoft.com/office/drawing/2014/main" id="{5925A1A6-5893-4C35-BCBE-40545E4C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43475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06  DecisionPolicy</a:t>
            </a:r>
          </a:p>
        </p:txBody>
      </p:sp>
      <p:sp>
        <p:nvSpPr>
          <p:cNvPr id="19" name="layer-3-6">
            <a:extLst xmlns:a="http://schemas.openxmlformats.org/drawingml/2006/main">
              <a:ext uri="{FF2B5EF4-FFF2-40B4-BE49-F238E27FC236}">
                <a16:creationId xmlns:a16="http://schemas.microsoft.com/office/drawing/2014/main" id="{DD3216D9-B122-4E47-9715-862727EF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layer-text-3-6">
            <a:extLst xmlns:a="http://schemas.openxmlformats.org/drawingml/2006/main">
              <a:ext uri="{FF2B5EF4-FFF2-40B4-BE49-F238E27FC236}">
                <a16:creationId xmlns:a16="http://schemas.microsoft.com/office/drawing/2014/main" id="{B6EFB8EA-A4F3-42C2-B0B0-AC25DC7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76875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07  Evidence · Audit · Feedback</a:t>
            </a:r>
          </a:p>
        </p:txBody>
      </p:sp>
      <p:sp>
        <p:nvSpPr>
          <p:cNvPr id="21" name="arch-note-3">
            <a:extLst xmlns:a="http://schemas.openxmlformats.org/drawingml/2006/main">
              <a:ext uri="{FF2B5EF4-FFF2-40B4-BE49-F238E27FC236}">
                <a16:creationId xmlns:a16="http://schemas.microsoft.com/office/drawing/2014/main" id="{9336305D-A7AF-4C26-8FF7-5F6EE45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483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每层只完成既定工作；模型不能生成 DAG、修改规则或决定发布。</a:t>
            </a:r>
          </a:p>
        </p:txBody>
      </p:sp>
    </p:spTree>
    <p:extLst>
      <p:ext uri="{BB962C8B-B14F-4D97-AF65-F5344CB8AC3E}">
        <p14:creationId xmlns:p14="http://schemas.microsoft.com/office/powerpoint/2010/main" val="839864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hapter-4">
            <a:extLst xmlns:a="http://schemas.openxmlformats.org/drawingml/2006/main">
              <a:ext uri="{FF2B5EF4-FFF2-40B4-BE49-F238E27FC236}">
                <a16:creationId xmlns:a16="http://schemas.microsoft.com/office/drawing/2014/main" id="{10B32D06-6487-4745-AF5B-984667D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B8CD661-4981-49E9-A77C-39A41085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基础质量子图是编译期不变量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383C4AC7-4AA6-43B4-BE2E-2297C4CD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9D9871DB-72D2-4B14-8E50-50BEED0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B8B602DD-9A85-4DE3-A107-66F9679E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4">
            <a:extLst xmlns:a="http://schemas.openxmlformats.org/drawingml/2006/main">
              <a:ext uri="{FF2B5EF4-FFF2-40B4-BE49-F238E27FC236}">
                <a16:creationId xmlns:a16="http://schemas.microsoft.com/office/drawing/2014/main" id="{844DEB2D-78CB-4859-A8BC-770A8B44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任何专项缺失或失败，都保留可解释的 S_base。</a:t>
            </a:r>
          </a:p>
        </p:txBody>
      </p:sp>
      <p:sp>
        <p:nvSpPr>
          <p:cNvPr id="7" name="fallback-node-4-0">
            <a:extLst xmlns:a="http://schemas.openxmlformats.org/drawingml/2006/main">
              <a:ext uri="{FF2B5EF4-FFF2-40B4-BE49-F238E27FC236}">
                <a16:creationId xmlns:a16="http://schemas.microsoft.com/office/drawing/2014/main" id="{99A809AA-C2F6-48D8-B8FC-40F4FB3D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1677D2"/>
            </a:solidFill>
            <a:prstDash val="solid"/>
          </a:ln>
        </p:spPr>
      </p:sp>
      <p:sp>
        <p:nvSpPr>
          <p:cNvPr id="8" name="fallback-num-4-0">
            <a:extLst xmlns:a="http://schemas.openxmlformats.org/drawingml/2006/main">
              <a:ext uri="{FF2B5EF4-FFF2-40B4-BE49-F238E27FC236}">
                <a16:creationId xmlns:a16="http://schemas.microsoft.com/office/drawing/2014/main" id="{92AD656A-FAEA-41B6-9C19-6F7EB3F4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fallback-name-4-0">
            <a:extLst xmlns:a="http://schemas.openxmlformats.org/drawingml/2006/main">
              <a:ext uri="{FF2B5EF4-FFF2-40B4-BE49-F238E27FC236}">
                <a16:creationId xmlns:a16="http://schemas.microsoft.com/office/drawing/2014/main" id="{F6085349-3153-4B8A-9CCB-9FC54C37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0" name="fallback-desc-4-0">
            <a:extLst xmlns:a="http://schemas.openxmlformats.org/drawingml/2006/main">
              <a:ext uri="{FF2B5EF4-FFF2-40B4-BE49-F238E27FC236}">
                <a16:creationId xmlns:a16="http://schemas.microsoft.com/office/drawing/2014/main" id="{157D106D-9FD7-4450-A25B-57619308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强制注入 Baseline</a:t>
            </a:r>
          </a:p>
        </p:txBody>
      </p:sp>
      <p:sp>
        <p:nvSpPr>
          <p:cNvPr id="11" name="fallback-arrow-4-0">
            <a:extLst xmlns:a="http://schemas.openxmlformats.org/drawingml/2006/main">
              <a:ext uri="{FF2B5EF4-FFF2-40B4-BE49-F238E27FC236}">
                <a16:creationId xmlns:a16="http://schemas.microsoft.com/office/drawing/2014/main" id="{403D89C3-82C1-471B-AD47-3BCD5AF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allback-node-4-1">
            <a:extLst xmlns:a="http://schemas.openxmlformats.org/drawingml/2006/main">
              <a:ext uri="{FF2B5EF4-FFF2-40B4-BE49-F238E27FC236}">
                <a16:creationId xmlns:a16="http://schemas.microsoft.com/office/drawing/2014/main" id="{A40F350F-77CF-497D-ACBD-E2988D14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19050">
            <a:solidFill>
              <a:srgbClr val="111418"/>
            </a:solidFill>
            <a:prstDash val="solid"/>
          </a:ln>
        </p:spPr>
      </p:sp>
      <p:sp>
        <p:nvSpPr>
          <p:cNvPr id="13" name="fallback-num-4-1">
            <a:extLst xmlns:a="http://schemas.openxmlformats.org/drawingml/2006/main">
              <a:ext uri="{FF2B5EF4-FFF2-40B4-BE49-F238E27FC236}">
                <a16:creationId xmlns:a16="http://schemas.microsoft.com/office/drawing/2014/main" id="{3489CBDF-660C-4100-9895-687725A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fallback-name-4-1">
            <a:extLst xmlns:a="http://schemas.openxmlformats.org/drawingml/2006/main">
              <a:ext uri="{FF2B5EF4-FFF2-40B4-BE49-F238E27FC236}">
                <a16:creationId xmlns:a16="http://schemas.microsoft.com/office/drawing/2014/main" id="{A452B55F-933E-4A7D-9B5A-89DB76E6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5" name="fallback-desc-4-1">
            <a:extLst xmlns:a="http://schemas.openxmlformats.org/drawingml/2006/main">
              <a:ext uri="{FF2B5EF4-FFF2-40B4-BE49-F238E27FC236}">
                <a16:creationId xmlns:a16="http://schemas.microsoft.com/office/drawing/2014/main" id="{3627C8F9-67E8-415A-BCB8-79AAD6F7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基础与专项解耦</a:t>
            </a:r>
          </a:p>
        </p:txBody>
      </p:sp>
      <p:sp>
        <p:nvSpPr>
          <p:cNvPr id="16" name="fallback-arrow-4-1">
            <a:extLst xmlns:a="http://schemas.openxmlformats.org/drawingml/2006/main">
              <a:ext uri="{FF2B5EF4-FFF2-40B4-BE49-F238E27FC236}">
                <a16:creationId xmlns:a16="http://schemas.microsoft.com/office/drawing/2014/main" id="{60630FE4-35FE-4A85-A851-CFB6D385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fallback-node-4-2">
            <a:extLst xmlns:a="http://schemas.openxmlformats.org/drawingml/2006/main">
              <a:ext uri="{FF2B5EF4-FFF2-40B4-BE49-F238E27FC236}">
                <a16:creationId xmlns:a16="http://schemas.microsoft.com/office/drawing/2014/main" id="{1FB900E2-2B68-4FF8-9795-29256F72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19050">
            <a:solidFill>
              <a:srgbClr val="B44536"/>
            </a:solidFill>
            <a:prstDash val="solid"/>
          </a:ln>
        </p:spPr>
      </p:sp>
      <p:sp>
        <p:nvSpPr>
          <p:cNvPr id="18" name="fallback-num-4-2">
            <a:extLst xmlns:a="http://schemas.openxmlformats.org/drawingml/2006/main">
              <a:ext uri="{FF2B5EF4-FFF2-40B4-BE49-F238E27FC236}">
                <a16:creationId xmlns:a16="http://schemas.microsoft.com/office/drawing/2014/main" id="{BBC37BDE-6F20-4C38-A42D-BA2E8304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fallback-name-4-2">
            <a:extLst xmlns:a="http://schemas.openxmlformats.org/drawingml/2006/main">
              <a:ext uri="{FF2B5EF4-FFF2-40B4-BE49-F238E27FC236}">
                <a16:creationId xmlns:a16="http://schemas.microsoft.com/office/drawing/2014/main" id="{694FB17F-DD7D-44CA-BF60-86F6619B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专项异常</a:t>
            </a:r>
          </a:p>
        </p:txBody>
      </p:sp>
      <p:sp>
        <p:nvSpPr>
          <p:cNvPr id="20" name="fallback-desc-4-2">
            <a:extLst xmlns:a="http://schemas.openxmlformats.org/drawingml/2006/main">
              <a:ext uri="{FF2B5EF4-FFF2-40B4-BE49-F238E27FC236}">
                <a16:creationId xmlns:a16="http://schemas.microsoft.com/office/drawing/2014/main" id="{0E4623E6-44FC-4A03-B873-D69282C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ERROR / 缺证据</a:t>
            </a:r>
          </a:p>
        </p:txBody>
      </p:sp>
      <p:sp>
        <p:nvSpPr>
          <p:cNvPr id="21" name="fallback-arrow-4-2">
            <a:extLst xmlns:a="http://schemas.openxmlformats.org/drawingml/2006/main">
              <a:ext uri="{FF2B5EF4-FFF2-40B4-BE49-F238E27FC236}">
                <a16:creationId xmlns:a16="http://schemas.microsoft.com/office/drawing/2014/main" id="{8562EA3C-E2E9-438A-8C88-AD26CC7B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fallback-node-4-3">
            <a:extLst xmlns:a="http://schemas.openxmlformats.org/drawingml/2006/main">
              <a:ext uri="{FF2B5EF4-FFF2-40B4-BE49-F238E27FC236}">
                <a16:creationId xmlns:a16="http://schemas.microsoft.com/office/drawing/2014/main" id="{53A55872-194E-42EA-A4A6-A4540015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87E72"/>
            </a:solidFill>
            <a:prstDash val="solid"/>
          </a:ln>
        </p:spPr>
      </p:sp>
      <p:sp>
        <p:nvSpPr>
          <p:cNvPr id="23" name="fallback-num-4-3">
            <a:extLst xmlns:a="http://schemas.openxmlformats.org/drawingml/2006/main">
              <a:ext uri="{FF2B5EF4-FFF2-40B4-BE49-F238E27FC236}">
                <a16:creationId xmlns:a16="http://schemas.microsoft.com/office/drawing/2014/main" id="{C6BC28A7-868A-4C35-B6B6-6D1A580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fallback-name-4-3">
            <a:extLst xmlns:a="http://schemas.openxmlformats.org/drawingml/2006/main">
              <a:ext uri="{FF2B5EF4-FFF2-40B4-BE49-F238E27FC236}">
                <a16:creationId xmlns:a16="http://schemas.microsoft.com/office/drawing/2014/main" id="{FE33D3F6-7243-47C5-BBF6-DF60530D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25" name="fallback-desc-4-3">
            <a:extLst xmlns:a="http://schemas.openxmlformats.org/drawingml/2006/main">
              <a:ext uri="{FF2B5EF4-FFF2-40B4-BE49-F238E27FC236}">
                <a16:creationId xmlns:a16="http://schemas.microsoft.com/office/drawing/2014/main" id="{EB5AFA55-4B4A-40A7-944B-CC8355F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S_base + REVIEW</a:t>
            </a:r>
          </a:p>
        </p:txBody>
      </p:sp>
      <p:sp>
        <p:nvSpPr>
          <p:cNvPr id="26" name="baseline-band-4">
            <a:extLst xmlns:a="http://schemas.openxmlformats.org/drawingml/2006/main">
              <a:ext uri="{FF2B5EF4-FFF2-40B4-BE49-F238E27FC236}">
                <a16:creationId xmlns:a16="http://schemas.microsoft.com/office/drawing/2014/main" id="{CB54A742-D110-4CE9-877E-792E945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05060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seline-label-4">
            <a:extLst xmlns:a="http://schemas.openxmlformats.org/drawingml/2006/main">
              <a:ext uri="{FF2B5EF4-FFF2-40B4-BE49-F238E27FC236}">
                <a16:creationId xmlns:a16="http://schemas.microsoft.com/office/drawing/2014/main" id="{D4234EBB-933E-4F7C-920C-FDFD312F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不可删除的基础质量子图</a:t>
            </a:r>
          </a:p>
        </p:txBody>
      </p:sp>
      <p:sp>
        <p:nvSpPr>
          <p:cNvPr id="28" name="baseline-dims-4">
            <a:extLst xmlns:a="http://schemas.openxmlformats.org/drawingml/2006/main">
              <a:ext uri="{FF2B5EF4-FFF2-40B4-BE49-F238E27FC236}">
                <a16:creationId xmlns:a16="http://schemas.microsoft.com/office/drawing/2014/main" id="{A8540109-0BAD-4D35-B53E-CC0D7064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 · 叙事 · 视觉 · 技术 · 可编辑性 · 兼容性 · 可访问性</a:t>
            </a:r>
          </a:p>
        </p:txBody>
      </p:sp>
      <p:sp>
        <p:nvSpPr>
          <p:cNvPr id="29" name="fallback-state-4">
            <a:extLst xmlns:a="http://schemas.openxmlformats.org/drawingml/2006/main">
              <a:ext uri="{FF2B5EF4-FFF2-40B4-BE49-F238E27FC236}">
                <a16:creationId xmlns:a16="http://schemas.microsoft.com/office/drawing/2014/main" id="{75C1D054-6C9D-4E9A-A0BB-39535BFE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50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FULL / DEGRADED / BASE_ONLY / UNASSESSABLE</a:t>
            </a:r>
          </a:p>
        </p:txBody>
      </p:sp>
    </p:spTree>
    <p:extLst>
      <p:ext uri="{BB962C8B-B14F-4D97-AF65-F5344CB8AC3E}">
        <p14:creationId xmlns:p14="http://schemas.microsoft.com/office/powerpoint/2010/main" val="1600799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5">
            <a:extLst xmlns:a="http://schemas.openxmlformats.org/drawingml/2006/main">
              <a:ext uri="{FF2B5EF4-FFF2-40B4-BE49-F238E27FC236}">
                <a16:creationId xmlns:a16="http://schemas.microsoft.com/office/drawing/2014/main" id="{1FFC8605-1D7A-4CC5-9B80-D9BF350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03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0F17399-8056-4CD4-95C8-AF9ADCD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契约和审计让替换模型不改上层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0BC86C4F-8130-4173-932B-146D539E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76EE40BA-B896-4B26-AF71-4E35DEC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59346119-F428-4555-B9A4-8DD4BA7E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5">
            <a:extLst xmlns:a="http://schemas.openxmlformats.org/drawingml/2006/main">
              <a:ext uri="{FF2B5EF4-FFF2-40B4-BE49-F238E27FC236}">
                <a16:creationId xmlns:a16="http://schemas.microsoft.com/office/drawing/2014/main" id="{20A9ACA2-529B-48EC-A322-9653FA8B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统一 OracleResult、版本指纹和事件流支撑回放。</a:t>
            </a:r>
          </a:p>
        </p:txBody>
      </p:sp>
      <p:sp>
        <p:nvSpPr>
          <p:cNvPr id="7" name="chain-line-5">
            <a:extLst xmlns:a="http://schemas.openxmlformats.org/drawingml/2006/main">
              <a:ext uri="{FF2B5EF4-FFF2-40B4-BE49-F238E27FC236}">
                <a16:creationId xmlns:a16="http://schemas.microsoft.com/office/drawing/2014/main" id="{840BDA6B-2E95-4B2F-B1E9-72288F43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in-node-5-0">
            <a:extLst xmlns:a="http://schemas.openxmlformats.org/drawingml/2006/main">
              <a:ext uri="{FF2B5EF4-FFF2-40B4-BE49-F238E27FC236}">
                <a16:creationId xmlns:a16="http://schemas.microsoft.com/office/drawing/2014/main" id="{E75F8958-46D6-4566-9228-E1103BF2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in-id-5-0">
            <a:extLst xmlns:a="http://schemas.openxmlformats.org/drawingml/2006/main">
              <a:ext uri="{FF2B5EF4-FFF2-40B4-BE49-F238E27FC236}">
                <a16:creationId xmlns:a16="http://schemas.microsoft.com/office/drawing/2014/main" id="{8DFFC411-E79D-4852-A93C-8DD198B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</a:t>
            </a:r>
          </a:p>
        </p:txBody>
      </p:sp>
      <p:sp>
        <p:nvSpPr>
          <p:cNvPr id="10" name="chain-caption-5-0">
            <a:extLst xmlns:a="http://schemas.openxmlformats.org/drawingml/2006/main">
              <a:ext uri="{FF2B5EF4-FFF2-40B4-BE49-F238E27FC236}">
                <a16:creationId xmlns:a16="http://schemas.microsoft.com/office/drawing/2014/main" id="{B5FFFD55-83AF-40FA-90A8-0EA7B0B1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1" name="chain-node-5-1">
            <a:extLst xmlns:a="http://schemas.openxmlformats.org/drawingml/2006/main">
              <a:ext uri="{FF2B5EF4-FFF2-40B4-BE49-F238E27FC236}">
                <a16:creationId xmlns:a16="http://schemas.microsoft.com/office/drawing/2014/main" id="{81052FB6-9081-41DE-896F-74A13E42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ain-id-5-1">
            <a:extLst xmlns:a="http://schemas.openxmlformats.org/drawingml/2006/main">
              <a:ext uri="{FF2B5EF4-FFF2-40B4-BE49-F238E27FC236}">
                <a16:creationId xmlns:a16="http://schemas.microsoft.com/office/drawing/2014/main" id="{FD739F61-7671-401D-BA65-585DD3C4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ADR</a:t>
            </a:r>
          </a:p>
        </p:txBody>
      </p:sp>
      <p:sp>
        <p:nvSpPr>
          <p:cNvPr id="13" name="chain-caption-5-1">
            <a:extLst xmlns:a="http://schemas.openxmlformats.org/drawingml/2006/main">
              <a:ext uri="{FF2B5EF4-FFF2-40B4-BE49-F238E27FC236}">
                <a16:creationId xmlns:a16="http://schemas.microsoft.com/office/drawing/2014/main" id="{DE1063EA-851E-4B47-BE7A-FD6F0DE3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14" name="chain-node-5-2">
            <a:extLst xmlns:a="http://schemas.openxmlformats.org/drawingml/2006/main">
              <a:ext uri="{FF2B5EF4-FFF2-40B4-BE49-F238E27FC236}">
                <a16:creationId xmlns:a16="http://schemas.microsoft.com/office/drawing/2014/main" id="{6CDC32D8-DDB6-4857-84AD-6665EE33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ain-id-5-2">
            <a:extLst xmlns:a="http://schemas.openxmlformats.org/drawingml/2006/main">
              <a:ext uri="{FF2B5EF4-FFF2-40B4-BE49-F238E27FC236}">
                <a16:creationId xmlns:a16="http://schemas.microsoft.com/office/drawing/2014/main" id="{4FB54209-C05A-40B7-8936-A6B8F00C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ORC+IMP</a:t>
            </a:r>
          </a:p>
        </p:txBody>
      </p:sp>
      <p:sp>
        <p:nvSpPr>
          <p:cNvPr id="16" name="chain-caption-5-2">
            <a:extLst xmlns:a="http://schemas.openxmlformats.org/drawingml/2006/main">
              <a:ext uri="{FF2B5EF4-FFF2-40B4-BE49-F238E27FC236}">
                <a16:creationId xmlns:a16="http://schemas.microsoft.com/office/drawing/2014/main" id="{222C0299-9CDD-40F8-B374-6B521B03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判断/实现</a:t>
            </a:r>
          </a:p>
        </p:txBody>
      </p:sp>
      <p:sp>
        <p:nvSpPr>
          <p:cNvPr id="17" name="chain-node-5-3">
            <a:extLst xmlns:a="http://schemas.openxmlformats.org/drawingml/2006/main">
              <a:ext uri="{FF2B5EF4-FFF2-40B4-BE49-F238E27FC236}">
                <a16:creationId xmlns:a16="http://schemas.microsoft.com/office/drawing/2014/main" id="{615EB132-D49C-4FAF-BA5C-CE1819F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id-5-3">
            <a:extLst xmlns:a="http://schemas.openxmlformats.org/drawingml/2006/main">
              <a:ext uri="{FF2B5EF4-FFF2-40B4-BE49-F238E27FC236}">
                <a16:creationId xmlns:a16="http://schemas.microsoft.com/office/drawing/2014/main" id="{777944C4-84D4-4B00-ADFC-02674777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TST</a:t>
            </a:r>
          </a:p>
        </p:txBody>
      </p:sp>
      <p:sp>
        <p:nvSpPr>
          <p:cNvPr id="19" name="chain-caption-5-3">
            <a:extLst xmlns:a="http://schemas.openxmlformats.org/drawingml/2006/main">
              <a:ext uri="{FF2B5EF4-FFF2-40B4-BE49-F238E27FC236}">
                <a16:creationId xmlns:a16="http://schemas.microsoft.com/office/drawing/2014/main" id="{1185CAA2-6539-4689-82B9-E9349F6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0" name="chain-node-5-4">
            <a:extLst xmlns:a="http://schemas.openxmlformats.org/drawingml/2006/main">
              <a:ext uri="{FF2B5EF4-FFF2-40B4-BE49-F238E27FC236}">
                <a16:creationId xmlns:a16="http://schemas.microsoft.com/office/drawing/2014/main" id="{EF2058D9-B518-4EEA-B3D5-3DB8C45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ain-id-5-4">
            <a:extLst xmlns:a="http://schemas.openxmlformats.org/drawingml/2006/main">
              <a:ext uri="{FF2B5EF4-FFF2-40B4-BE49-F238E27FC236}">
                <a16:creationId xmlns:a16="http://schemas.microsoft.com/office/drawing/2014/main" id="{727EF743-E687-4075-9973-3D1A5191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EXP+RUN</a:t>
            </a:r>
          </a:p>
        </p:txBody>
      </p:sp>
      <p:sp>
        <p:nvSpPr>
          <p:cNvPr id="22" name="chain-caption-5-4">
            <a:extLst xmlns:a="http://schemas.openxmlformats.org/drawingml/2006/main">
              <a:ext uri="{FF2B5EF4-FFF2-40B4-BE49-F238E27FC236}">
                <a16:creationId xmlns:a16="http://schemas.microsoft.com/office/drawing/2014/main" id="{65482502-0100-4457-AEFF-B3CE07E3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实验/运行</a:t>
            </a:r>
          </a:p>
        </p:txBody>
      </p:sp>
      <p:sp>
        <p:nvSpPr>
          <p:cNvPr id="23" name="chain-node-5-5">
            <a:extLst xmlns:a="http://schemas.openxmlformats.org/drawingml/2006/main">
              <a:ext uri="{FF2B5EF4-FFF2-40B4-BE49-F238E27FC236}">
                <a16:creationId xmlns:a16="http://schemas.microsoft.com/office/drawing/2014/main" id="{5568D49B-E93D-4299-8988-7E5C42EA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ain-id-5-5">
            <a:extLst xmlns:a="http://schemas.openxmlformats.org/drawingml/2006/main">
              <a:ext uri="{FF2B5EF4-FFF2-40B4-BE49-F238E27FC236}">
                <a16:creationId xmlns:a16="http://schemas.microsoft.com/office/drawing/2014/main" id="{71F73C9C-CE4C-430E-9FFF-586C4DA7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REL</a:t>
            </a:r>
          </a:p>
        </p:txBody>
      </p:sp>
      <p:sp>
        <p:nvSpPr>
          <p:cNvPr id="25" name="chain-caption-5-5">
            <a:extLst xmlns:a="http://schemas.openxmlformats.org/drawingml/2006/main">
              <a:ext uri="{FF2B5EF4-FFF2-40B4-BE49-F238E27FC236}">
                <a16:creationId xmlns:a16="http://schemas.microsoft.com/office/drawing/2014/main" id="{63CD2D4C-D85A-4361-B881-B30AF55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6" name="manifest-5-0">
            <a:extLst xmlns:a="http://schemas.openxmlformats.org/drawingml/2006/main">
              <a:ext uri="{FF2B5EF4-FFF2-40B4-BE49-F238E27FC236}">
                <a16:creationId xmlns:a16="http://schemas.microsoft.com/office/drawing/2014/main" id="{63ACA4F4-845B-446F-8736-AF781420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input/output hash</a:t>
            </a:r>
          </a:p>
        </p:txBody>
      </p:sp>
      <p:sp>
        <p:nvSpPr>
          <p:cNvPr id="27" name="manifest-5-1">
            <a:extLst xmlns:a="http://schemas.openxmlformats.org/drawingml/2006/main">
              <a:ext uri="{FF2B5EF4-FFF2-40B4-BE49-F238E27FC236}">
                <a16:creationId xmlns:a16="http://schemas.microsoft.com/office/drawing/2014/main" id="{F949883A-E501-47B4-8335-5BEFCB31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Git · container · fonts</a:t>
            </a:r>
          </a:p>
        </p:txBody>
      </p:sp>
      <p:sp>
        <p:nvSpPr>
          <p:cNvPr id="28" name="manifest-5-2">
            <a:extLst xmlns:a="http://schemas.openxmlformats.org/drawingml/2006/main">
              <a:ext uri="{FF2B5EF4-FFF2-40B4-BE49-F238E27FC236}">
                <a16:creationId xmlns:a16="http://schemas.microsoft.com/office/drawing/2014/main" id="{ABB8181C-C1AA-45BD-8E89-D66D7664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244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model · prompt · profile</a:t>
            </a:r>
          </a:p>
        </p:txBody>
      </p:sp>
      <p:sp>
        <p:nvSpPr>
          <p:cNvPr id="29" name="manifest-5-3">
            <a:extLst xmlns:a="http://schemas.openxmlformats.org/drawingml/2006/main">
              <a:ext uri="{FF2B5EF4-FFF2-40B4-BE49-F238E27FC236}">
                <a16:creationId xmlns:a16="http://schemas.microsoft.com/office/drawing/2014/main" id="{7D923D60-339F-47E1-83F0-100C27E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seed · cost · DAG</a:t>
            </a:r>
          </a:p>
        </p:txBody>
      </p:sp>
      <p:sp>
        <p:nvSpPr>
          <p:cNvPr id="30" name="append-only-5">
            <a:extLst xmlns:a="http://schemas.openxmlformats.org/drawingml/2006/main">
              <a:ext uri="{FF2B5EF4-FFF2-40B4-BE49-F238E27FC236}">
                <a16:creationId xmlns:a16="http://schemas.microsoft.com/office/drawing/2014/main" id="{92047807-19FB-4A9D-8698-E3A83753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97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机器结果与人工复核分别追加；修订用 supersedes，不覆盖历史。</a:t>
            </a:r>
          </a:p>
        </p:txBody>
      </p:sp>
    </p:spTree>
    <p:extLst>
      <p:ext uri="{BB962C8B-B14F-4D97-AF65-F5344CB8AC3E}">
        <p14:creationId xmlns:p14="http://schemas.microsoft.com/office/powerpoint/2010/main" val="849585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apter-6">
            <a:extLst xmlns:a="http://schemas.openxmlformats.org/drawingml/2006/main">
              <a:ext uri="{FF2B5EF4-FFF2-40B4-BE49-F238E27FC236}">
                <a16:creationId xmlns:a16="http://schemas.microsoft.com/office/drawing/2014/main" id="{087D55CD-8CB6-455C-969D-F75C385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01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CA05349-8608-4456-8E7F-4B33FA6B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评测系统也必须被评测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6471DAF6-3A87-4CEB-BA50-729C5094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A97DE05A-E279-4186-8364-BF800236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67939893-FDCC-432D-BB3E-4ED6AD56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phase-band-6">
            <a:extLst xmlns:a="http://schemas.openxmlformats.org/drawingml/2006/main">
              <a:ext uri="{FF2B5EF4-FFF2-40B4-BE49-F238E27FC236}">
                <a16:creationId xmlns:a16="http://schemas.microsoft.com/office/drawing/2014/main" id="{766F10FA-2B69-4F3D-83B9-18D78EA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42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im-6">
            <a:extLst xmlns:a="http://schemas.openxmlformats.org/drawingml/2006/main">
              <a:ext uri="{FF2B5EF4-FFF2-40B4-BE49-F238E27FC236}">
                <a16:creationId xmlns:a16="http://schemas.microsoft.com/office/drawing/2014/main" id="{90CBC776-ADB5-4D2F-8548-E81D3C78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962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组件正确不等于 Judge 可信，必须加入人工元评测。</a:t>
            </a:r>
          </a:p>
        </p:txBody>
      </p:sp>
      <p:sp>
        <p:nvSpPr>
          <p:cNvPr id="8" name="phase-mark-6">
            <a:extLst xmlns:a="http://schemas.openxmlformats.org/drawingml/2006/main">
              <a:ext uri="{FF2B5EF4-FFF2-40B4-BE49-F238E27FC236}">
                <a16:creationId xmlns:a16="http://schemas.microsoft.com/office/drawing/2014/main" id="{CCF0C2C1-103A-41E8-BC55-9A1A1A1C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9" name="point-panel-6">
            <a:extLst xmlns:a="http://schemas.openxmlformats.org/drawingml/2006/main">
              <a:ext uri="{FF2B5EF4-FFF2-40B4-BE49-F238E27FC236}">
                <a16:creationId xmlns:a16="http://schemas.microsoft.com/office/drawing/2014/main" id="{9F1027B9-FF2D-4B82-9944-023149B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int-num-6-0">
            <a:extLst xmlns:a="http://schemas.openxmlformats.org/drawingml/2006/main">
              <a:ext uri="{FF2B5EF4-FFF2-40B4-BE49-F238E27FC236}">
                <a16:creationId xmlns:a16="http://schemas.microsoft.com/office/drawing/2014/main" id="{99428258-5EDC-4766-8CF0-D1CDA1B7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point-6-0">
            <a:extLst xmlns:a="http://schemas.openxmlformats.org/drawingml/2006/main">
              <a:ext uri="{FF2B5EF4-FFF2-40B4-BE49-F238E27FC236}">
                <a16:creationId xmlns:a16="http://schemas.microsoft.com/office/drawing/2014/main" id="{93C642F5-8CD5-48BA-BB6C-F60185C9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α/ICC 与排序相关</a:t>
            </a:r>
          </a:p>
        </p:txBody>
      </p:sp>
      <p:sp>
        <p:nvSpPr>
          <p:cNvPr id="12" name="point-num-6-1">
            <a:extLst xmlns:a="http://schemas.openxmlformats.org/drawingml/2006/main">
              <a:ext uri="{FF2B5EF4-FFF2-40B4-BE49-F238E27FC236}">
                <a16:creationId xmlns:a16="http://schemas.microsoft.com/office/drawing/2014/main" id="{1E69FB57-2855-459A-8B07-D92D2A97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point-6-1">
            <a:extLst xmlns:a="http://schemas.openxmlformats.org/drawingml/2006/main">
              <a:ext uri="{FF2B5EF4-FFF2-40B4-BE49-F238E27FC236}">
                <a16:creationId xmlns:a16="http://schemas.microsoft.com/office/drawing/2014/main" id="{8A0DA82C-6F9F-4040-8DDE-F12229BC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Brier/ECE 校准</a:t>
            </a:r>
          </a:p>
        </p:txBody>
      </p:sp>
      <p:sp>
        <p:nvSpPr>
          <p:cNvPr id="14" name="point-num-6-2">
            <a:extLst xmlns:a="http://schemas.openxmlformats.org/drawingml/2006/main">
              <a:ext uri="{FF2B5EF4-FFF2-40B4-BE49-F238E27FC236}">
                <a16:creationId xmlns:a16="http://schemas.microsoft.com/office/drawing/2014/main" id="{4A1C083E-4AB7-486D-9965-7355982E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oint-6-2">
            <a:extLst xmlns:a="http://schemas.openxmlformats.org/drawingml/2006/main">
              <a:ext uri="{FF2B5EF4-FFF2-40B4-BE49-F238E27FC236}">
                <a16:creationId xmlns:a16="http://schemas.microsoft.com/office/drawing/2014/main" id="{506B084B-5F8F-4253-9FA5-58DEABDB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定位 F1 与重复稳定性</a:t>
            </a:r>
          </a:p>
        </p:txBody>
      </p:sp>
      <p:sp>
        <p:nvSpPr>
          <p:cNvPr id="16" name="planned-label-6">
            <a:extLst xmlns:a="http://schemas.openxmlformats.org/drawingml/2006/main">
              <a:ext uri="{FF2B5EF4-FFF2-40B4-BE49-F238E27FC236}">
                <a16:creationId xmlns:a16="http://schemas.microsoft.com/office/drawing/2014/main" id="{D381C2FB-4456-4167-84E7-64F3D7B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811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门槛状态：预注册，尚非实测</a:t>
            </a:r>
          </a:p>
        </p:txBody>
      </p:sp>
    </p:spTree>
    <p:extLst>
      <p:ext uri="{BB962C8B-B14F-4D97-AF65-F5344CB8AC3E}">
        <p14:creationId xmlns:p14="http://schemas.microsoft.com/office/powerpoint/2010/main" val="2123900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chapter-7">
            <a:extLst xmlns:a="http://schemas.openxmlformats.org/drawingml/2006/main">
              <a:ext uri="{FF2B5EF4-FFF2-40B4-BE49-F238E27FC236}">
                <a16:creationId xmlns:a16="http://schemas.microsoft.com/office/drawing/2014/main" id="{CAE66348-0DCC-44B6-AB0A-A242DC2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02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C3E827B-4435-44D6-A207-C1F6B8C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42项测试验证兜底和评分边界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D7384010-3AAE-4F3E-9B20-D7AEEAD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7EEE20F2-CDCF-4CA4-8183-9B00AF55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32F02517-D5C2-41BC-99DE-BE625618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7">
            <a:extLst xmlns:a="http://schemas.openxmlformats.org/drawingml/2006/main">
              <a:ext uri="{FF2B5EF4-FFF2-40B4-BE49-F238E27FC236}">
                <a16:creationId xmlns:a16="http://schemas.microsoft.com/office/drawing/2014/main" id="{49F0ED5E-47BC-4B2B-BF9E-B4D75C31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四场景 Smoke 证明专项故障不会吞掉本体报告或伪造完整分。</a:t>
            </a:r>
          </a:p>
        </p:txBody>
      </p:sp>
      <p:sp>
        <p:nvSpPr>
          <p:cNvPr id="7" name="deg-head-7-0">
            <a:extLst xmlns:a="http://schemas.openxmlformats.org/drawingml/2006/main">
              <a:ext uri="{FF2B5EF4-FFF2-40B4-BE49-F238E27FC236}">
                <a16:creationId xmlns:a16="http://schemas.microsoft.com/office/drawing/2014/main" id="{9F6A652A-6544-492A-B021-57FCBA0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g-head-text-7-0">
            <a:extLst xmlns:a="http://schemas.openxmlformats.org/drawingml/2006/main">
              <a:ext uri="{FF2B5EF4-FFF2-40B4-BE49-F238E27FC236}">
                <a16:creationId xmlns:a16="http://schemas.microsoft.com/office/drawing/2014/main" id="{85EB9E41-DC92-48CD-86B0-F0E010D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9" name="deg-head-7-1">
            <a:extLst xmlns:a="http://schemas.openxmlformats.org/drawingml/2006/main">
              <a:ext uri="{FF2B5EF4-FFF2-40B4-BE49-F238E27FC236}">
                <a16:creationId xmlns:a16="http://schemas.microsoft.com/office/drawing/2014/main" id="{46295F3F-673D-4A82-86A5-A8164A0F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g-head-text-7-1">
            <a:extLst xmlns:a="http://schemas.openxmlformats.org/drawingml/2006/main">
              <a:ext uri="{FF2B5EF4-FFF2-40B4-BE49-F238E27FC236}">
                <a16:creationId xmlns:a16="http://schemas.microsoft.com/office/drawing/2014/main" id="{6729CC2D-643D-4898-98C4-5D54A140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专项成功</a:t>
            </a:r>
          </a:p>
        </p:txBody>
      </p:sp>
      <p:sp>
        <p:nvSpPr>
          <p:cNvPr id="11" name="deg-head-7-2">
            <a:extLst xmlns:a="http://schemas.openxmlformats.org/drawingml/2006/main">
              <a:ext uri="{FF2B5EF4-FFF2-40B4-BE49-F238E27FC236}">
                <a16:creationId xmlns:a16="http://schemas.microsoft.com/office/drawing/2014/main" id="{8B239A08-E113-4BAD-9BD6-A835AECB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g-head-text-7-2">
            <a:extLst xmlns:a="http://schemas.openxmlformats.org/drawingml/2006/main">
              <a:ext uri="{FF2B5EF4-FFF2-40B4-BE49-F238E27FC236}">
                <a16:creationId xmlns:a16="http://schemas.microsoft.com/office/drawing/2014/main" id="{A471C43C-5E99-431B-BF3B-DCB2674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专项部分错误</a:t>
            </a:r>
          </a:p>
        </p:txBody>
      </p:sp>
      <p:sp>
        <p:nvSpPr>
          <p:cNvPr id="13" name="deg-head-7-3">
            <a:extLst xmlns:a="http://schemas.openxmlformats.org/drawingml/2006/main">
              <a:ext uri="{FF2B5EF4-FFF2-40B4-BE49-F238E27FC236}">
                <a16:creationId xmlns:a16="http://schemas.microsoft.com/office/drawing/2014/main" id="{0567087A-02AC-433B-B150-90A771A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g-head-text-7-3">
            <a:extLst xmlns:a="http://schemas.openxmlformats.org/drawingml/2006/main">
              <a:ext uri="{FF2B5EF4-FFF2-40B4-BE49-F238E27FC236}">
                <a16:creationId xmlns:a16="http://schemas.microsoft.com/office/drawing/2014/main" id="{DBA73BCD-0AE3-45BC-A7D7-326D8046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专项缺失/全错</a:t>
            </a:r>
          </a:p>
        </p:txBody>
      </p:sp>
      <p:sp>
        <p:nvSpPr>
          <p:cNvPr id="15" name="deg-cell-7-0-0">
            <a:extLst xmlns:a="http://schemas.openxmlformats.org/drawingml/2006/main">
              <a:ext uri="{FF2B5EF4-FFF2-40B4-BE49-F238E27FC236}">
                <a16:creationId xmlns:a16="http://schemas.microsoft.com/office/drawing/2014/main" id="{641E2C5D-46E1-4BDA-B910-556D773D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deg-cell-text-7-0-0">
            <a:extLst xmlns:a="http://schemas.openxmlformats.org/drawingml/2006/main">
              <a:ext uri="{FF2B5EF4-FFF2-40B4-BE49-F238E27FC236}">
                <a16:creationId xmlns:a16="http://schemas.microsoft.com/office/drawing/2014/main" id="{AC25AE17-D4A3-4B76-8CB8-94245F1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146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文字生成</a:t>
            </a:r>
          </a:p>
        </p:txBody>
      </p:sp>
      <p:sp>
        <p:nvSpPr>
          <p:cNvPr id="17" name="deg-cell-7-0-1">
            <a:extLst xmlns:a="http://schemas.openxmlformats.org/drawingml/2006/main">
              <a:ext uri="{FF2B5EF4-FFF2-40B4-BE49-F238E27FC236}">
                <a16:creationId xmlns:a16="http://schemas.microsoft.com/office/drawing/2014/main" id="{10A7C6BE-1A2B-4C49-84F0-63686E4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deg-cell-text-7-0-1">
            <a:extLst xmlns:a="http://schemas.openxmlformats.org/drawingml/2006/main">
              <a:ext uri="{FF2B5EF4-FFF2-40B4-BE49-F238E27FC236}">
                <a16:creationId xmlns:a16="http://schemas.microsoft.com/office/drawing/2014/main" id="{88EE3C0A-A068-428F-B14D-009C071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146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19" name="deg-cell-7-0-2">
            <a:extLst xmlns:a="http://schemas.openxmlformats.org/drawingml/2006/main">
              <a:ext uri="{FF2B5EF4-FFF2-40B4-BE49-F238E27FC236}">
                <a16:creationId xmlns:a16="http://schemas.microsoft.com/office/drawing/2014/main" id="{B0139E51-9668-4C0D-A7C1-5D9E091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deg-cell-text-7-0-2">
            <a:extLst xmlns:a="http://schemas.openxmlformats.org/drawingml/2006/main">
              <a:ext uri="{FF2B5EF4-FFF2-40B4-BE49-F238E27FC236}">
                <a16:creationId xmlns:a16="http://schemas.microsoft.com/office/drawing/2014/main" id="{FE2FD624-7C09-48E0-80EB-872846E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21" name="deg-cell-7-0-3">
            <a:extLst xmlns:a="http://schemas.openxmlformats.org/drawingml/2006/main">
              <a:ext uri="{FF2B5EF4-FFF2-40B4-BE49-F238E27FC236}">
                <a16:creationId xmlns:a16="http://schemas.microsoft.com/office/drawing/2014/main" id="{F9BE3FB7-7E84-4DC3-B21F-77AC2A1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deg-cell-text-7-0-3">
            <a:extLst xmlns:a="http://schemas.openxmlformats.org/drawingml/2006/main">
              <a:ext uri="{FF2B5EF4-FFF2-40B4-BE49-F238E27FC236}">
                <a16:creationId xmlns:a16="http://schemas.microsoft.com/office/drawing/2014/main" id="{6BFC7103-C209-4DAF-9B7F-C6ED0E2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1467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23" name="deg-cell-7-1-0">
            <a:extLst xmlns:a="http://schemas.openxmlformats.org/drawingml/2006/main">
              <a:ext uri="{FF2B5EF4-FFF2-40B4-BE49-F238E27FC236}">
                <a16:creationId xmlns:a16="http://schemas.microsoft.com/office/drawing/2014/main" id="{D7529E93-A676-407F-BC16-F934D685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deg-cell-text-7-1-0">
            <a:extLst xmlns:a="http://schemas.openxmlformats.org/drawingml/2006/main">
              <a:ext uri="{FF2B5EF4-FFF2-40B4-BE49-F238E27FC236}">
                <a16:creationId xmlns:a16="http://schemas.microsoft.com/office/drawing/2014/main" id="{A6886C71-4280-4B06-A424-D8C43097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433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项目总结</a:t>
            </a:r>
          </a:p>
        </p:txBody>
      </p:sp>
      <p:sp>
        <p:nvSpPr>
          <p:cNvPr id="25" name="deg-cell-7-1-1">
            <a:extLst xmlns:a="http://schemas.openxmlformats.org/drawingml/2006/main">
              <a:ext uri="{FF2B5EF4-FFF2-40B4-BE49-F238E27FC236}">
                <a16:creationId xmlns:a16="http://schemas.microsoft.com/office/drawing/2014/main" id="{BBDD595A-8BBA-4C8F-B9D9-53A77C86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433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deg-cell-text-7-1-1">
            <a:extLst xmlns:a="http://schemas.openxmlformats.org/drawingml/2006/main">
              <a:ext uri="{FF2B5EF4-FFF2-40B4-BE49-F238E27FC236}">
                <a16:creationId xmlns:a16="http://schemas.microsoft.com/office/drawing/2014/main" id="{346427A6-F69E-4B58-A22E-B978BEBB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433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27" name="deg-cell-7-1-2">
            <a:extLst xmlns:a="http://schemas.openxmlformats.org/drawingml/2006/main">
              <a:ext uri="{FF2B5EF4-FFF2-40B4-BE49-F238E27FC236}">
                <a16:creationId xmlns:a16="http://schemas.microsoft.com/office/drawing/2014/main" id="{576F3D04-5299-43C5-848A-B75B8E4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deg-cell-text-7-1-2">
            <a:extLst xmlns:a="http://schemas.openxmlformats.org/drawingml/2006/main">
              <a:ext uri="{FF2B5EF4-FFF2-40B4-BE49-F238E27FC236}">
                <a16:creationId xmlns:a16="http://schemas.microsoft.com/office/drawing/2014/main" id="{4D1A9474-CA90-4C64-BAAC-7E1D33EC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43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29" name="deg-cell-7-1-3">
            <a:extLst xmlns:a="http://schemas.openxmlformats.org/drawingml/2006/main">
              <a:ext uri="{FF2B5EF4-FFF2-40B4-BE49-F238E27FC236}">
                <a16:creationId xmlns:a16="http://schemas.microsoft.com/office/drawing/2014/main" id="{E5D801BB-EFDB-43CA-A161-B626BBCA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deg-cell-text-7-1-3">
            <a:extLst xmlns:a="http://schemas.openxmlformats.org/drawingml/2006/main">
              <a:ext uri="{FF2B5EF4-FFF2-40B4-BE49-F238E27FC236}">
                <a16:creationId xmlns:a16="http://schemas.microsoft.com/office/drawing/2014/main" id="{2EEFDB37-71F9-49AB-9F4B-93E13673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433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31" name="deg-cell-7-2-0">
            <a:extLst xmlns:a="http://schemas.openxmlformats.org/drawingml/2006/main">
              <a:ext uri="{FF2B5EF4-FFF2-40B4-BE49-F238E27FC236}">
                <a16:creationId xmlns:a16="http://schemas.microsoft.com/office/drawing/2014/main" id="{13D56D17-2419-4E25-A128-0DF68A81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deg-cell-text-7-2-0">
            <a:extLst xmlns:a="http://schemas.openxmlformats.org/drawingml/2006/main">
              <a:ext uri="{FF2B5EF4-FFF2-40B4-BE49-F238E27FC236}">
                <a16:creationId xmlns:a16="http://schemas.microsoft.com/office/drawing/2014/main" id="{A4EE00A5-DA27-45F8-B0E9-B113583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719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多模态</a:t>
            </a:r>
          </a:p>
        </p:txBody>
      </p:sp>
      <p:sp>
        <p:nvSpPr>
          <p:cNvPr id="33" name="deg-cell-7-2-1">
            <a:extLst xmlns:a="http://schemas.openxmlformats.org/drawingml/2006/main">
              <a:ext uri="{FF2B5EF4-FFF2-40B4-BE49-F238E27FC236}">
                <a16:creationId xmlns:a16="http://schemas.microsoft.com/office/drawing/2014/main" id="{78543F08-8B38-480A-AB68-DCB3E5B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deg-cell-text-7-2-1">
            <a:extLst xmlns:a="http://schemas.openxmlformats.org/drawingml/2006/main">
              <a:ext uri="{FF2B5EF4-FFF2-40B4-BE49-F238E27FC236}">
                <a16:creationId xmlns:a16="http://schemas.microsoft.com/office/drawing/2014/main" id="{3EB241AA-A0F0-4987-8CC5-1516628B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719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35" name="deg-cell-7-2-2">
            <a:extLst xmlns:a="http://schemas.openxmlformats.org/drawingml/2006/main">
              <a:ext uri="{FF2B5EF4-FFF2-40B4-BE49-F238E27FC236}">
                <a16:creationId xmlns:a16="http://schemas.microsoft.com/office/drawing/2014/main" id="{E2BD2B8C-EA35-4578-8964-BA8A285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deg-cell-text-7-2-2">
            <a:extLst xmlns:a="http://schemas.openxmlformats.org/drawingml/2006/main">
              <a:ext uri="{FF2B5EF4-FFF2-40B4-BE49-F238E27FC236}">
                <a16:creationId xmlns:a16="http://schemas.microsoft.com/office/drawing/2014/main" id="{31E35E96-FBAE-4FB8-B378-6C09005F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719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37" name="deg-cell-7-2-3">
            <a:extLst xmlns:a="http://schemas.openxmlformats.org/drawingml/2006/main">
              <a:ext uri="{FF2B5EF4-FFF2-40B4-BE49-F238E27FC236}">
                <a16:creationId xmlns:a16="http://schemas.microsoft.com/office/drawing/2014/main" id="{7F7DDA5D-BEFB-4D39-A84A-93C1CEA6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8" name="deg-cell-text-7-2-3">
            <a:extLst xmlns:a="http://schemas.openxmlformats.org/drawingml/2006/main">
              <a:ext uri="{FF2B5EF4-FFF2-40B4-BE49-F238E27FC236}">
                <a16:creationId xmlns:a16="http://schemas.microsoft.com/office/drawing/2014/main" id="{2ECF8297-2A77-4554-AF0B-722D506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7197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39" name="deg-cell-7-3-0">
            <a:extLst xmlns:a="http://schemas.openxmlformats.org/drawingml/2006/main">
              <a:ext uri="{FF2B5EF4-FFF2-40B4-BE49-F238E27FC236}">
                <a16:creationId xmlns:a16="http://schemas.microsoft.com/office/drawing/2014/main" id="{8E20D3CF-AB0A-4822-B7F8-F6EB3661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0" name="deg-cell-text-7-3-0">
            <a:extLst xmlns:a="http://schemas.openxmlformats.org/drawingml/2006/main">
              <a:ext uri="{FF2B5EF4-FFF2-40B4-BE49-F238E27FC236}">
                <a16:creationId xmlns:a16="http://schemas.microsoft.com/office/drawing/2014/main" id="{CBA5CFB2-AE67-443B-8DD6-2861BA2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006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成品 PPT</a:t>
            </a:r>
          </a:p>
        </p:txBody>
      </p:sp>
      <p:sp>
        <p:nvSpPr>
          <p:cNvPr id="41" name="deg-cell-7-3-1">
            <a:extLst xmlns:a="http://schemas.openxmlformats.org/drawingml/2006/main">
              <a:ext uri="{FF2B5EF4-FFF2-40B4-BE49-F238E27FC236}">
                <a16:creationId xmlns:a16="http://schemas.microsoft.com/office/drawing/2014/main" id="{741561A7-7935-4ABE-8041-6D1C357F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2" name="deg-cell-text-7-3-1">
            <a:extLst xmlns:a="http://schemas.openxmlformats.org/drawingml/2006/main">
              <a:ext uri="{FF2B5EF4-FFF2-40B4-BE49-F238E27FC236}">
                <a16:creationId xmlns:a16="http://schemas.microsoft.com/office/drawing/2014/main" id="{E0B9FE48-AF1B-45B2-8DC1-180BF77D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006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 (base)</a:t>
            </a:r>
          </a:p>
        </p:txBody>
      </p:sp>
      <p:sp>
        <p:nvSpPr>
          <p:cNvPr id="43" name="deg-cell-7-3-2">
            <a:extLst xmlns:a="http://schemas.openxmlformats.org/drawingml/2006/main">
              <a:ext uri="{FF2B5EF4-FFF2-40B4-BE49-F238E27FC236}">
                <a16:creationId xmlns:a16="http://schemas.microsoft.com/office/drawing/2014/main" id="{36C05AE4-F73B-4882-AA96-87DCF0F3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4" name="deg-cell-text-7-3-2">
            <a:extLst xmlns:a="http://schemas.openxmlformats.org/drawingml/2006/main">
              <a:ext uri="{FF2B5EF4-FFF2-40B4-BE49-F238E27FC236}">
                <a16:creationId xmlns:a16="http://schemas.microsoft.com/office/drawing/2014/main" id="{D2910EE0-F682-410A-8B45-BC7B01E3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000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5" name="deg-cell-7-3-3">
            <a:extLst xmlns:a="http://schemas.openxmlformats.org/drawingml/2006/main">
              <a:ext uri="{FF2B5EF4-FFF2-40B4-BE49-F238E27FC236}">
                <a16:creationId xmlns:a16="http://schemas.microsoft.com/office/drawing/2014/main" id="{ABCFFF7B-0A15-4793-B83F-3F594FD8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0060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6" name="deg-cell-text-7-3-3">
            <a:extLst xmlns:a="http://schemas.openxmlformats.org/drawingml/2006/main">
              <a:ext uri="{FF2B5EF4-FFF2-40B4-BE49-F238E27FC236}">
                <a16:creationId xmlns:a16="http://schemas.microsoft.com/office/drawing/2014/main" id="{DF9DFE87-CC09-49DF-AAB1-D1AAF82C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7" name="deg-rule-7">
            <a:extLst xmlns:a="http://schemas.openxmlformats.org/drawingml/2006/main">
              <a:ext uri="{FF2B5EF4-FFF2-40B4-BE49-F238E27FC236}">
                <a16:creationId xmlns:a16="http://schemas.microsoft.com/office/drawing/2014/main" id="{FAD2B853-7926-4F65-B7F8-73FAE89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不变量：前三场景无论专项如何失败，base_score 与基础证据都必须保留；full_score 为空。</a:t>
            </a:r>
          </a:p>
        </p:txBody>
      </p:sp>
    </p:spTree>
    <p:extLst>
      <p:ext uri="{BB962C8B-B14F-4D97-AF65-F5344CB8AC3E}">
        <p14:creationId xmlns:p14="http://schemas.microsoft.com/office/powerpoint/2010/main" val="253727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chapter-8">
            <a:extLst xmlns:a="http://schemas.openxmlformats.org/drawingml/2006/main">
              <a:ext uri="{FF2B5EF4-FFF2-40B4-BE49-F238E27FC236}">
                <a16:creationId xmlns:a16="http://schemas.microsoft.com/office/drawing/2014/main" id="{B712FDC4-BC38-4374-B2E7-4C9558B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03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D663BF3-9BF2-440B-9766-40FE8FB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飞轮只提候选，生产发布仍由人治理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8576998F-59DA-4739-ACEF-4E91BBDD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3079610A-78A0-46C5-98BE-11967B9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7F576689-49EB-48BC-A521-A7E463C9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8">
            <a:extLst xmlns:a="http://schemas.openxmlformats.org/drawingml/2006/main">
              <a:ext uri="{FF2B5EF4-FFF2-40B4-BE49-F238E27FC236}">
                <a16:creationId xmlns:a16="http://schemas.microsoft.com/office/drawing/2014/main" id="{6AB9E7E3-8849-48D8-BC77-955D93EE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生产反馈进入工作池，经冻结集、Shadow 和审批后演进。</a:t>
            </a:r>
          </a:p>
        </p:txBody>
      </p:sp>
      <p:sp>
        <p:nvSpPr>
          <p:cNvPr id="7" name="fly-node-8-0">
            <a:extLst xmlns:a="http://schemas.openxmlformats.org/drawingml/2006/main">
              <a:ext uri="{FF2B5EF4-FFF2-40B4-BE49-F238E27FC236}">
                <a16:creationId xmlns:a16="http://schemas.microsoft.com/office/drawing/2014/main" id="{5CAD6482-408E-482C-BBB7-E2E9508B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fly-num-8-0">
            <a:extLst xmlns:a="http://schemas.openxmlformats.org/drawingml/2006/main">
              <a:ext uri="{FF2B5EF4-FFF2-40B4-BE49-F238E27FC236}">
                <a16:creationId xmlns:a16="http://schemas.microsoft.com/office/drawing/2014/main" id="{ECFE2500-722D-4319-BF87-8B86ACE0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fly-text-8-0">
            <a:extLst xmlns:a="http://schemas.openxmlformats.org/drawingml/2006/main">
              <a:ext uri="{FF2B5EF4-FFF2-40B4-BE49-F238E27FC236}">
                <a16:creationId xmlns:a16="http://schemas.microsoft.com/office/drawing/2014/main" id="{BDE2D33D-4E32-402C-8A1A-BDF9E3AC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生产反馈</a:t>
            </a:r>
          </a:p>
        </p:txBody>
      </p:sp>
      <p:sp>
        <p:nvSpPr>
          <p:cNvPr id="10" name="fly-arrow-8-0">
            <a:extLst xmlns:a="http://schemas.openxmlformats.org/drawingml/2006/main">
              <a:ext uri="{FF2B5EF4-FFF2-40B4-BE49-F238E27FC236}">
                <a16:creationId xmlns:a16="http://schemas.microsoft.com/office/drawing/2014/main" id="{818F2C87-74CB-4FE9-B054-F8309A9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y-node-8-1">
            <a:extLst xmlns:a="http://schemas.openxmlformats.org/drawingml/2006/main">
              <a:ext uri="{FF2B5EF4-FFF2-40B4-BE49-F238E27FC236}">
                <a16:creationId xmlns:a16="http://schemas.microsoft.com/office/drawing/2014/main" id="{69EE48FA-A7D5-4393-8A68-D408DF24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fly-num-8-1">
            <a:extLst xmlns:a="http://schemas.openxmlformats.org/drawingml/2006/main">
              <a:ext uri="{FF2B5EF4-FFF2-40B4-BE49-F238E27FC236}">
                <a16:creationId xmlns:a16="http://schemas.microsoft.com/office/drawing/2014/main" id="{81F15217-E912-4D4D-B313-2B354149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fly-text-8-1">
            <a:extLst xmlns:a="http://schemas.openxmlformats.org/drawingml/2006/main">
              <a:ext uri="{FF2B5EF4-FFF2-40B4-BE49-F238E27FC236}">
                <a16:creationId xmlns:a16="http://schemas.microsoft.com/office/drawing/2014/main" id="{D82BF1C1-AD25-4441-BEC3-90999BAB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14" name="fly-arrow-8-1">
            <a:extLst xmlns:a="http://schemas.openxmlformats.org/drawingml/2006/main">
              <a:ext uri="{FF2B5EF4-FFF2-40B4-BE49-F238E27FC236}">
                <a16:creationId xmlns:a16="http://schemas.microsoft.com/office/drawing/2014/main" id="{99DBF7D6-B4A9-4173-B12F-96EFE59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fly-node-8-2">
            <a:extLst xmlns:a="http://schemas.openxmlformats.org/drawingml/2006/main">
              <a:ext uri="{FF2B5EF4-FFF2-40B4-BE49-F238E27FC236}">
                <a16:creationId xmlns:a16="http://schemas.microsoft.com/office/drawing/2014/main" id="{9E81CA3E-890A-417E-BA71-F36C7B3B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fly-num-8-2">
            <a:extLst xmlns:a="http://schemas.openxmlformats.org/drawingml/2006/main">
              <a:ext uri="{FF2B5EF4-FFF2-40B4-BE49-F238E27FC236}">
                <a16:creationId xmlns:a16="http://schemas.microsoft.com/office/drawing/2014/main" id="{EFFD5C3F-0EF8-488E-83AB-B887113B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fly-text-8-2">
            <a:extLst xmlns:a="http://schemas.openxmlformats.org/drawingml/2006/main">
              <a:ext uri="{FF2B5EF4-FFF2-40B4-BE49-F238E27FC236}">
                <a16:creationId xmlns:a16="http://schemas.microsoft.com/office/drawing/2014/main" id="{9271B77C-E5B8-44BB-9A15-DB773DAF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校准回放</a:t>
            </a:r>
          </a:p>
        </p:txBody>
      </p:sp>
      <p:sp>
        <p:nvSpPr>
          <p:cNvPr id="18" name="fly-arrow-8-2">
            <a:extLst xmlns:a="http://schemas.openxmlformats.org/drawingml/2006/main">
              <a:ext uri="{FF2B5EF4-FFF2-40B4-BE49-F238E27FC236}">
                <a16:creationId xmlns:a16="http://schemas.microsoft.com/office/drawing/2014/main" id="{F62D4535-EE8B-4465-B122-72284D1F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fly-node-8-3">
            <a:extLst xmlns:a="http://schemas.openxmlformats.org/drawingml/2006/main">
              <a:ext uri="{FF2B5EF4-FFF2-40B4-BE49-F238E27FC236}">
                <a16:creationId xmlns:a16="http://schemas.microsoft.com/office/drawing/2014/main" id="{29F988B4-0068-49FE-AD67-4749BF4B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87E72"/>
            </a:solidFill>
            <a:prstDash val="solid"/>
          </a:ln>
        </p:spPr>
      </p:sp>
      <p:sp>
        <p:nvSpPr>
          <p:cNvPr id="20" name="fly-num-8-3">
            <a:extLst xmlns:a="http://schemas.openxmlformats.org/drawingml/2006/main">
              <a:ext uri="{FF2B5EF4-FFF2-40B4-BE49-F238E27FC236}">
                <a16:creationId xmlns:a16="http://schemas.microsoft.com/office/drawing/2014/main" id="{4187D669-4492-4927-A5C9-CF8E12A7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fly-text-8-3">
            <a:extLst xmlns:a="http://schemas.openxmlformats.org/drawingml/2006/main">
              <a:ext uri="{FF2B5EF4-FFF2-40B4-BE49-F238E27FC236}">
                <a16:creationId xmlns:a16="http://schemas.microsoft.com/office/drawing/2014/main" id="{CD739426-17D4-476C-8F0D-5F4F566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22" name="fly-arrow-8-3">
            <a:extLst xmlns:a="http://schemas.openxmlformats.org/drawingml/2006/main">
              <a:ext uri="{FF2B5EF4-FFF2-40B4-BE49-F238E27FC236}">
                <a16:creationId xmlns:a16="http://schemas.microsoft.com/office/drawing/2014/main" id="{C27D64AC-1008-46B0-B557-C0E7BE48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fly-node-8-4">
            <a:extLst xmlns:a="http://schemas.openxmlformats.org/drawingml/2006/main">
              <a:ext uri="{FF2B5EF4-FFF2-40B4-BE49-F238E27FC236}">
                <a16:creationId xmlns:a16="http://schemas.microsoft.com/office/drawing/2014/main" id="{F90E3E61-D9A2-48DD-B00C-E1FFCF2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fly-num-8-4">
            <a:extLst xmlns:a="http://schemas.openxmlformats.org/drawingml/2006/main">
              <a:ext uri="{FF2B5EF4-FFF2-40B4-BE49-F238E27FC236}">
                <a16:creationId xmlns:a16="http://schemas.microsoft.com/office/drawing/2014/main" id="{CF5CDE26-FF43-49D4-B329-8DBF224C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fly-text-8-4">
            <a:extLst xmlns:a="http://schemas.openxmlformats.org/drawingml/2006/main">
              <a:ext uri="{FF2B5EF4-FFF2-40B4-BE49-F238E27FC236}">
                <a16:creationId xmlns:a16="http://schemas.microsoft.com/office/drawing/2014/main" id="{84862CC0-9073-4063-AB72-1F42C121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Shadow</a:t>
            </a:r>
          </a:p>
        </p:txBody>
      </p:sp>
      <p:sp>
        <p:nvSpPr>
          <p:cNvPr id="26" name="fly-arrow-8-4">
            <a:extLst xmlns:a="http://schemas.openxmlformats.org/drawingml/2006/main">
              <a:ext uri="{FF2B5EF4-FFF2-40B4-BE49-F238E27FC236}">
                <a16:creationId xmlns:a16="http://schemas.microsoft.com/office/drawing/2014/main" id="{64ABFBD2-4787-4BC4-970D-05A3851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fly-node-8-5">
            <a:extLst xmlns:a="http://schemas.openxmlformats.org/drawingml/2006/main">
              <a:ext uri="{FF2B5EF4-FFF2-40B4-BE49-F238E27FC236}">
                <a16:creationId xmlns:a16="http://schemas.microsoft.com/office/drawing/2014/main" id="{AD57DAF8-C41B-4EEF-A731-80F70CB0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fly-num-8-5">
            <a:extLst xmlns:a="http://schemas.openxmlformats.org/drawingml/2006/main">
              <a:ext uri="{FF2B5EF4-FFF2-40B4-BE49-F238E27FC236}">
                <a16:creationId xmlns:a16="http://schemas.microsoft.com/office/drawing/2014/main" id="{1A3F4C59-285D-467D-93B9-E2A4F39E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fly-text-8-5">
            <a:extLst xmlns:a="http://schemas.openxmlformats.org/drawingml/2006/main">
              <a:ext uri="{FF2B5EF4-FFF2-40B4-BE49-F238E27FC236}">
                <a16:creationId xmlns:a16="http://schemas.microsoft.com/office/drawing/2014/main" id="{B7FFFBF6-CFDF-415B-B095-5D4E5F3B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灰度发布</a:t>
            </a:r>
          </a:p>
        </p:txBody>
      </p:sp>
      <p:sp>
        <p:nvSpPr>
          <p:cNvPr id="30" name="shadow-8">
            <a:extLst xmlns:a="http://schemas.openxmlformats.org/drawingml/2006/main">
              <a:ext uri="{FF2B5EF4-FFF2-40B4-BE49-F238E27FC236}">
                <a16:creationId xmlns:a16="http://schemas.microsoft.com/office/drawing/2014/main" id="{2DBF3DB0-13A0-47BE-A399-63DC28D4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Shadow：≥2 周或 ≥1,000 份，以较晚满足者为准</a:t>
            </a:r>
          </a:p>
        </p:txBody>
      </p:sp>
      <p:sp>
        <p:nvSpPr>
          <p:cNvPr id="31" name="target-value-8-0">
            <a:extLst xmlns:a="http://schemas.openxmlformats.org/drawingml/2006/main">
              <a:ext uri="{FF2B5EF4-FFF2-40B4-BE49-F238E27FC236}">
                <a16:creationId xmlns:a16="http://schemas.microsoft.com/office/drawing/2014/main" id="{AC67DE3E-C510-426E-B203-6C986441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≥0.80</a:t>
            </a:r>
          </a:p>
        </p:txBody>
      </p:sp>
      <p:sp>
        <p:nvSpPr>
          <p:cNvPr id="32" name="target-name-8-0">
            <a:extLst xmlns:a="http://schemas.openxmlformats.org/drawingml/2006/main">
              <a:ext uri="{FF2B5EF4-FFF2-40B4-BE49-F238E27FC236}">
                <a16:creationId xmlns:a16="http://schemas.microsoft.com/office/drawing/2014/main" id="{211D2016-7C07-43F5-97D7-32DD3D50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客观人评 α</a:t>
            </a:r>
          </a:p>
        </p:txBody>
      </p:sp>
      <p:sp>
        <p:nvSpPr>
          <p:cNvPr id="33" name="target-value-8-1">
            <a:extLst xmlns:a="http://schemas.openxmlformats.org/drawingml/2006/main">
              <a:ext uri="{FF2B5EF4-FFF2-40B4-BE49-F238E27FC236}">
                <a16:creationId xmlns:a16="http://schemas.microsoft.com/office/drawing/2014/main" id="{8D42961A-2F94-413B-8C08-0468C122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≥0.80</a:t>
            </a:r>
          </a:p>
        </p:txBody>
      </p:sp>
      <p:sp>
        <p:nvSpPr>
          <p:cNvPr id="34" name="target-name-8-1">
            <a:extLst xmlns:a="http://schemas.openxmlformats.org/drawingml/2006/main">
              <a:ext uri="{FF2B5EF4-FFF2-40B4-BE49-F238E27FC236}">
                <a16:creationId xmlns:a16="http://schemas.microsoft.com/office/drawing/2014/main" id="{8ACDA435-3E5D-4AFA-BEB8-6D16F010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人工成对一致率</a:t>
            </a:r>
          </a:p>
        </p:txBody>
      </p:sp>
      <p:sp>
        <p:nvSpPr>
          <p:cNvPr id="35" name="target-value-8-2">
            <a:extLst xmlns:a="http://schemas.openxmlformats.org/drawingml/2006/main">
              <a:ext uri="{FF2B5EF4-FFF2-40B4-BE49-F238E27FC236}">
                <a16:creationId xmlns:a16="http://schemas.microsoft.com/office/drawing/2014/main" id="{60565BD4-F0AC-46BA-9F1E-035001C0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≥0.98</a:t>
            </a:r>
          </a:p>
        </p:txBody>
      </p:sp>
      <p:sp>
        <p:nvSpPr>
          <p:cNvPr id="36" name="target-name-8-2">
            <a:extLst xmlns:a="http://schemas.openxmlformats.org/drawingml/2006/main">
              <a:ext uri="{FF2B5EF4-FFF2-40B4-BE49-F238E27FC236}">
                <a16:creationId xmlns:a16="http://schemas.microsoft.com/office/drawing/2014/main" id="{E6F7F133-1759-4EDE-ABF6-952CC09A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高置信拦截精度</a:t>
            </a:r>
          </a:p>
        </p:txBody>
      </p:sp>
      <p:sp>
        <p:nvSpPr>
          <p:cNvPr id="37" name="target-value-8-3">
            <a:extLst xmlns:a="http://schemas.openxmlformats.org/drawingml/2006/main">
              <a:ext uri="{FF2B5EF4-FFF2-40B4-BE49-F238E27FC236}">
                <a16:creationId xmlns:a16="http://schemas.microsoft.com/office/drawing/2014/main" id="{849D3E26-2C7E-4A28-8131-B3BAC45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&lt;0.01</a:t>
            </a:r>
          </a:p>
        </p:txBody>
      </p:sp>
      <p:sp>
        <p:nvSpPr>
          <p:cNvPr id="38" name="target-name-8-3">
            <a:extLst xmlns:a="http://schemas.openxmlformats.org/drawingml/2006/main">
              <a:ext uri="{FF2B5EF4-FFF2-40B4-BE49-F238E27FC236}">
                <a16:creationId xmlns:a16="http://schemas.microsoft.com/office/drawing/2014/main" id="{07B52B06-4E1B-4826-873B-A39FB289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严重误放行率 95% 上界</a:t>
            </a:r>
          </a:p>
        </p:txBody>
      </p:sp>
      <p:sp>
        <p:nvSpPr>
          <p:cNvPr id="39" name="target-value-8-4">
            <a:extLst xmlns:a="http://schemas.openxmlformats.org/drawingml/2006/main">
              <a:ext uri="{FF2B5EF4-FFF2-40B4-BE49-F238E27FC236}">
                <a16:creationId xmlns:a16="http://schemas.microsoft.com/office/drawing/2014/main" id="{33B37B7A-AE86-43A4-9CDE-399328B3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≥0.99</a:t>
            </a:r>
          </a:p>
        </p:txBody>
      </p:sp>
      <p:sp>
        <p:nvSpPr>
          <p:cNvPr id="40" name="target-name-8-4">
            <a:extLst xmlns:a="http://schemas.openxmlformats.org/drawingml/2006/main">
              <a:ext uri="{FF2B5EF4-FFF2-40B4-BE49-F238E27FC236}">
                <a16:creationId xmlns:a16="http://schemas.microsoft.com/office/drawing/2014/main" id="{4632FCB4-CCF4-44A6-8DCA-4B7EA75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门禁重复一致率</a:t>
            </a:r>
          </a:p>
        </p:txBody>
      </p:sp>
      <p:sp>
        <p:nvSpPr>
          <p:cNvPr id="41" name="close-8">
            <a:extLst xmlns:a="http://schemas.openxmlformats.org/drawingml/2006/main">
              <a:ext uri="{FF2B5EF4-FFF2-40B4-BE49-F238E27FC236}">
                <a16:creationId xmlns:a16="http://schemas.microsoft.com/office/drawing/2014/main" id="{9433A5C5-5743-4B9D-90D5-CFF215C3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可演进，但不能绕过冻结集、Shadow 与人类治理。</a:t>
            </a:r>
          </a:p>
        </p:txBody>
      </p:sp>
    </p:spTree>
    <p:extLst>
      <p:ext uri="{BB962C8B-B14F-4D97-AF65-F5344CB8AC3E}">
        <p14:creationId xmlns:p14="http://schemas.microsoft.com/office/powerpoint/2010/main" val="316605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2026-08-26T06:54:44.0260000Z</dcterms:created>
  <dcterms:modified xsi:type="dcterms:W3CDTF">2026-08-26T06:54:44.0260000Z</dcterms:modified>
</coreProperties>
</file>