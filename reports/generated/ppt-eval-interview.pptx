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56a8e96d848e4" /><Relationship Type="http://schemas.openxmlformats.org/officeDocument/2006/relationships/extended-properties" Target="/docProps/app.xml" Id="R8d6d5b257a204b48" /><Relationship Type="http://schemas.openxmlformats.org/officeDocument/2006/relationships/officeDocument" Target="/ppt/presentation.xml" Id="R51191434a6eb4d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fbdbc8b85148ba"/>
  </p:sldMasterIdLst>
  <p:notesMasterIdLst>
    <p:notesMasterId xmlns:r="http://schemas.openxmlformats.org/officeDocument/2006/relationships" r:id="Rbd47a9b9ce3b4371"/>
  </p:notesMasterIdLst>
  <p:sldIdLst>
    <p:sldId xmlns:r="http://schemas.openxmlformats.org/officeDocument/2006/relationships" id="256" r:id="Rfa76fc9d647847f0"/>
    <p:sldId xmlns:r="http://schemas.openxmlformats.org/officeDocument/2006/relationships" id="257" r:id="R36f749ce0a3c46f5"/>
    <p:sldId xmlns:r="http://schemas.openxmlformats.org/officeDocument/2006/relationships" id="258" r:id="R59049ce5874d41a2"/>
    <p:sldId xmlns:r="http://schemas.openxmlformats.org/officeDocument/2006/relationships" id="259" r:id="R4698ac9ccca5424d"/>
    <p:sldId xmlns:r="http://schemas.openxmlformats.org/officeDocument/2006/relationships" id="260" r:id="R89aecdaebe7f4843"/>
    <p:sldId xmlns:r="http://schemas.openxmlformats.org/officeDocument/2006/relationships" id="261" r:id="Rd18d68f372884109"/>
    <p:sldId xmlns:r="http://schemas.openxmlformats.org/officeDocument/2006/relationships" id="262" r:id="Rc75a226db0124edb"/>
    <p:sldId xmlns:r="http://schemas.openxmlformats.org/officeDocument/2006/relationships" id="263" r:id="Rae14baa273f74e41"/>
    <p:sldId xmlns:r="http://schemas.openxmlformats.org/officeDocument/2006/relationships" id="264" r:id="Rd38a5ec1f23342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8051fbbcf4e7d" /><Relationship Type="http://schemas.openxmlformats.org/officeDocument/2006/relationships/slideMaster" Target="/ppt/slideMasters/slideMaster1.xml" Id="R01fbdbc8b85148ba" /><Relationship Type="http://schemas.openxmlformats.org/officeDocument/2006/relationships/notesMaster" Target="/ppt/notesMasters/notesMaster1.xml" Id="Rbd47a9b9ce3b4371" /><Relationship Type="http://schemas.openxmlformats.org/officeDocument/2006/relationships/presProps" Target="/ppt/presProps.xml" Id="R01470b547e26419f" /><Relationship Type="http://schemas.openxmlformats.org/officeDocument/2006/relationships/tableStyles" Target="/ppt/tableStyles.xml" Id="R91f8242cafd44956" /><Relationship Type="http://schemas.openxmlformats.org/officeDocument/2006/relationships/slide" Target="/ppt/slides/slide1.xml" Id="Rfa76fc9d647847f0" /><Relationship Type="http://schemas.openxmlformats.org/officeDocument/2006/relationships/slide" Target="/ppt/slides/slide2.xml" Id="R36f749ce0a3c46f5" /><Relationship Type="http://schemas.openxmlformats.org/officeDocument/2006/relationships/slide" Target="/ppt/slides/slide3.xml" Id="R59049ce5874d41a2" /><Relationship Type="http://schemas.openxmlformats.org/officeDocument/2006/relationships/slide" Target="/ppt/slides/slide4.xml" Id="R4698ac9ccca5424d" /><Relationship Type="http://schemas.openxmlformats.org/officeDocument/2006/relationships/slide" Target="/ppt/slides/slide5.xml" Id="R89aecdaebe7f4843" /><Relationship Type="http://schemas.openxmlformats.org/officeDocument/2006/relationships/slide" Target="/ppt/slides/slide6.xml" Id="Rd18d68f372884109" /><Relationship Type="http://schemas.openxmlformats.org/officeDocument/2006/relationships/slide" Target="/ppt/slides/slide7.xml" Id="Rc75a226db0124edb" /><Relationship Type="http://schemas.openxmlformats.org/officeDocument/2006/relationships/slide" Target="/ppt/slides/slide8.xml" Id="Rae14baa273f74e41" /><Relationship Type="http://schemas.openxmlformats.org/officeDocument/2006/relationships/slide" Target="/ppt/slides/slide9.xml" Id="Rd38a5ec1f233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f36bcacaad43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d8be7442bf4a7f" /><Relationship Type="http://schemas.openxmlformats.org/officeDocument/2006/relationships/notesMaster" Target="/ppt/notesMasters/notesMaster1.xml" Id="Reb540e03dd9447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fa4638b774d95" /><Relationship Type="http://schemas.openxmlformats.org/officeDocument/2006/relationships/notesMaster" Target="/ppt/notesMasters/notesMaster1.xml" Id="Rf317db8388854e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99bb07cbfa45d3" /><Relationship Type="http://schemas.openxmlformats.org/officeDocument/2006/relationships/notesMaster" Target="/ppt/notesMasters/notesMaster1.xml" Id="Rc48ca5b9c3e846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4a3b369ba4bf8" /><Relationship Type="http://schemas.openxmlformats.org/officeDocument/2006/relationships/notesMaster" Target="/ppt/notesMasters/notesMaster1.xml" Id="Re00ad256050a43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b9422b159c45ed" /><Relationship Type="http://schemas.openxmlformats.org/officeDocument/2006/relationships/notesMaster" Target="/ppt/notesMasters/notesMaster1.xml" Id="R419a0acae0714d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38be042bbe4d5e" /><Relationship Type="http://schemas.openxmlformats.org/officeDocument/2006/relationships/notesMaster" Target="/ppt/notesMasters/notesMaster1.xml" Id="R3c087490141b42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bcd79bbbca4f9e" /><Relationship Type="http://schemas.openxmlformats.org/officeDocument/2006/relationships/notesMaster" Target="/ppt/notesMasters/notesMaster1.xml" Id="R80f4606066e348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29f4eaa735467c" /><Relationship Type="http://schemas.openxmlformats.org/officeDocument/2006/relationships/notesMaster" Target="/ppt/notesMasters/notesMaster1.xml" Id="R5697beaa3e71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e5eefe788d4352" /><Relationship Type="http://schemas.openxmlformats.org/officeDocument/2006/relationships/notesMaster" Target="/ppt/notesMasters/notesMaster1.xml" Id="R906380eedfa9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reports/01_research/00_project_charter.md (sha256:unavailable)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reports/01_research/01_related_work_matrix.md (sha256:5cf33b8a04d5b228cb1f71749a7a43fa11d82a222e3e584268cddf6d1ea27f62)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reports/01_research/02_ppt_pdms_migration.md (sha256:409ce2855b5ce716cf945ab34b607621908fb7c38ad12ff5381d39aa29a7c2f9)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reports/02_development/01_system_design.md (sha256:b60cea69b747874d6e2ada325ee31f6ad288413842883f8a604af949118fafca)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reports/02_development/00_srs.md (sha256:c8b7e7be35891ff35d71d7eebe7257b26c8974a788aaea64a10e603367f609c8)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reports/02_development/04_traceability_matrix.md (sha256:5b7ededec4ffb4fbac540fd6e0771fdc2a49bacda95770fa3ef1385930fe5e23)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reports/03_evaluation/00_preregistration.md (sha256:1fa9f7452053addad8744760cd5f2deee4c8619b84239b8fc0563eaf8eb09f7d)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reports/03_evaluation/04_mvp_verification.md (sha256:ed43419d2548a3fc8ad323f89e355f233b80346cfa349e787a9923349ad3047e)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reports/03_evaluation/02_acceptance_and_shadow.md (sha256:abc6d7fd3c3ab37e3cb6a335dd0ffa638af2a84c97b7633500dad510e8d9e95e)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(sha256:6ec0947cac1c2ef745154ede7fb041ef8e44ea377f967db43e9bac66f129f2cf)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6389135cc43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acdef715a843ca" /><Relationship Type="http://schemas.openxmlformats.org/officeDocument/2006/relationships/slideLayout" Target="/ppt/slideLayouts/slideLayout1.xml" Id="Rc0146a5d2971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146a5d2971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11585bb074a0b" /><Relationship Type="http://schemas.openxmlformats.org/officeDocument/2006/relationships/notesSlide" Target="/ppt/notesSlides/notesSlide1.xml" Id="Reb370276c79c4e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e6b0ce70b464a" /><Relationship Type="http://schemas.openxmlformats.org/officeDocument/2006/relationships/notesSlide" Target="/ppt/notesSlides/notesSlide2.xml" Id="R7c22e32526f3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6c3e472d845cd" /><Relationship Type="http://schemas.openxmlformats.org/officeDocument/2006/relationships/notesSlide" Target="/ppt/notesSlides/notesSlide3.xml" Id="R37d6ad13ae48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32d1b059346bf" /><Relationship Type="http://schemas.openxmlformats.org/officeDocument/2006/relationships/notesSlide" Target="/ppt/notesSlides/notesSlide4.xml" Id="R86ad0f36c5d044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3fc3fc7684162" /><Relationship Type="http://schemas.openxmlformats.org/officeDocument/2006/relationships/notesSlide" Target="/ppt/notesSlides/notesSlide5.xml" Id="R93e061a525a34c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a7e01cf654a77" /><Relationship Type="http://schemas.openxmlformats.org/officeDocument/2006/relationships/notesSlide" Target="/ppt/notesSlides/notesSlide6.xml" Id="Rfb662eabec2147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722e395134fd7" /><Relationship Type="http://schemas.openxmlformats.org/officeDocument/2006/relationships/notesSlide" Target="/ppt/notesSlides/notesSlide7.xml" Id="R4ec8831886dc40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1ecd60ff64fb6" /><Relationship Type="http://schemas.openxmlformats.org/officeDocument/2006/relationships/notesSlide" Target="/ppt/notesSlides/notesSlide8.xml" Id="R2ab525c43d8045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869d552ab43bf" /><Relationship Type="http://schemas.openxmlformats.org/officeDocument/2006/relationships/notesSlide" Target="/ppt/notesSlides/notesSlide9.xml" Id="Rbdbce00a116247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apter-0">
            <a:extLst xmlns:a="http://schemas.openxmlformats.org/drawingml/2006/main">
              <a:ext uri="{FF2B5EF4-FFF2-40B4-BE49-F238E27FC236}">
                <a16:creationId xmlns:a16="http://schemas.microsoft.com/office/drawing/2014/main" id="{A215FF63-9A23-4F6A-99D6-F505F3B6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01</a:t>
            </a:r>
          </a:p>
        </p:txBody>
      </p:sp>
      <p:sp>
        <p:nvSpPr>
          <p:cNvPr id="2" name="title-0">
            <a:extLst xmlns:a="http://schemas.openxmlformats.org/drawingml/2006/main">
              <a:ext uri="{FF2B5EF4-FFF2-40B4-BE49-F238E27FC236}">
                <a16:creationId xmlns:a16="http://schemas.microsoft.com/office/drawing/2014/main" id="{4781800D-6393-4BC1-9F1C-DB91D654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先证明问题，再写评测器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926F20DE-6B74-4158-AD33-B5EE3390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header-rule-0">
            <a:extLst xmlns:a="http://schemas.openxmlformats.org/drawingml/2006/main">
              <a:ext uri="{FF2B5EF4-FFF2-40B4-BE49-F238E27FC236}">
                <a16:creationId xmlns:a16="http://schemas.microsoft.com/office/drawing/2014/main" id="{60D34CD0-FAB9-4E38-A146-426A79B8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0">
            <a:extLst xmlns:a="http://schemas.openxmlformats.org/drawingml/2006/main">
              <a:ext uri="{FF2B5EF4-FFF2-40B4-BE49-F238E27FC236}">
                <a16:creationId xmlns:a16="http://schemas.microsoft.com/office/drawing/2014/main" id="{FE340244-F9E2-42B0-BBBD-316C5BF8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phase-band-0">
            <a:extLst xmlns:a="http://schemas.openxmlformats.org/drawingml/2006/main">
              <a:ext uri="{FF2B5EF4-FFF2-40B4-BE49-F238E27FC236}">
                <a16:creationId xmlns:a16="http://schemas.microsoft.com/office/drawing/2014/main" id="{F82CA444-4977-4478-9CB0-6313F6DB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42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im-0">
            <a:extLst xmlns:a="http://schemas.openxmlformats.org/drawingml/2006/main">
              <a:ext uri="{FF2B5EF4-FFF2-40B4-BE49-F238E27FC236}">
                <a16:creationId xmlns:a16="http://schemas.microsoft.com/office/drawing/2014/main" id="{CB1AEE9D-C49D-4A51-8835-33B44BC7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962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四场景共享本体质量，但证据条件和失败方式不同。</a:t>
            </a:r>
          </a:p>
        </p:txBody>
      </p:sp>
      <p:sp>
        <p:nvSpPr>
          <p:cNvPr id="8" name="phase-mark-0">
            <a:extLst xmlns:a="http://schemas.openxmlformats.org/drawingml/2006/main">
              <a:ext uri="{FF2B5EF4-FFF2-40B4-BE49-F238E27FC236}">
                <a16:creationId xmlns:a16="http://schemas.microsoft.com/office/drawing/2014/main" id="{B8EAF465-08A4-45E1-8BA7-670D64F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9" name="point-panel-0">
            <a:extLst xmlns:a="http://schemas.openxmlformats.org/drawingml/2006/main">
              <a:ext uri="{FF2B5EF4-FFF2-40B4-BE49-F238E27FC236}">
                <a16:creationId xmlns:a16="http://schemas.microsoft.com/office/drawing/2014/main" id="{334CDBED-E135-457E-87A9-23BB2DCD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int-num-0-0">
            <a:extLst xmlns:a="http://schemas.openxmlformats.org/drawingml/2006/main">
              <a:ext uri="{FF2B5EF4-FFF2-40B4-BE49-F238E27FC236}">
                <a16:creationId xmlns:a16="http://schemas.microsoft.com/office/drawing/2014/main" id="{EE7218EA-7271-444B-A998-2F3B4750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point-0-0">
            <a:extLst xmlns:a="http://schemas.openxmlformats.org/drawingml/2006/main">
              <a:ext uri="{FF2B5EF4-FFF2-40B4-BE49-F238E27FC236}">
                <a16:creationId xmlns:a16="http://schemas.microsoft.com/office/drawing/2014/main" id="{85ED9CB9-5EC4-4E0C-A424-3FF03F0B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任务定义先于指标</a:t>
            </a:r>
          </a:p>
        </p:txBody>
      </p:sp>
      <p:sp>
        <p:nvSpPr>
          <p:cNvPr id="12" name="point-num-0-1">
            <a:extLst xmlns:a="http://schemas.openxmlformats.org/drawingml/2006/main">
              <a:ext uri="{FF2B5EF4-FFF2-40B4-BE49-F238E27FC236}">
                <a16:creationId xmlns:a16="http://schemas.microsoft.com/office/drawing/2014/main" id="{71039635-C5F4-4EBF-B90C-095E09C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point-0-1">
            <a:extLst xmlns:a="http://schemas.openxmlformats.org/drawingml/2006/main">
              <a:ext uri="{FF2B5EF4-FFF2-40B4-BE49-F238E27FC236}">
                <a16:creationId xmlns:a16="http://schemas.microsoft.com/office/drawing/2014/main" id="{EA880C97-67A5-4FA3-9F7F-A7C4B42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本体质量是强制兜底</a:t>
            </a:r>
          </a:p>
        </p:txBody>
      </p:sp>
      <p:sp>
        <p:nvSpPr>
          <p:cNvPr id="14" name="point-num-0-2">
            <a:extLst xmlns:a="http://schemas.openxmlformats.org/drawingml/2006/main">
              <a:ext uri="{FF2B5EF4-FFF2-40B4-BE49-F238E27FC236}">
                <a16:creationId xmlns:a16="http://schemas.microsoft.com/office/drawing/2014/main" id="{9C72FA4C-EF15-4AC7-A301-4A3683EF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oint-0-2">
            <a:extLst xmlns:a="http://schemas.openxmlformats.org/drawingml/2006/main">
              <a:ext uri="{FF2B5EF4-FFF2-40B4-BE49-F238E27FC236}">
                <a16:creationId xmlns:a16="http://schemas.microsoft.com/office/drawing/2014/main" id="{323422C8-0A20-44E8-AAE3-B41FB91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研究门禁阻止无依据权重上线</a:t>
            </a:r>
          </a:p>
        </p:txBody>
      </p:sp>
    </p:spTree>
    <p:extLst>
      <p:ext uri="{BB962C8B-B14F-4D97-AF65-F5344CB8AC3E}">
        <p14:creationId xmlns:p14="http://schemas.microsoft.com/office/powerpoint/2010/main" val="959254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hapter-1">
            <a:extLst xmlns:a="http://schemas.openxmlformats.org/drawingml/2006/main">
              <a:ext uri="{FF2B5EF4-FFF2-40B4-BE49-F238E27FC236}">
                <a16:creationId xmlns:a16="http://schemas.microsoft.com/office/drawing/2014/main" id="{9BD9221A-66F7-466F-B713-71C675A1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02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F61F6853-4C56-4D9B-9948-747DF78A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公开基线覆盖局部，工业闭环要求证据链</a:t>
            </a:r>
          </a:p>
        </p:txBody>
      </p:sp>
      <p:sp>
        <p:nvSpPr>
          <p:cNvPr id="3" name="number-1">
            <a:extLst xmlns:a="http://schemas.openxmlformats.org/drawingml/2006/main">
              <a:ext uri="{FF2B5EF4-FFF2-40B4-BE49-F238E27FC236}">
                <a16:creationId xmlns:a16="http://schemas.microsoft.com/office/drawing/2014/main" id="{104550D5-1004-49A3-874E-3287CBC3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8FE864F7-3D97-4C78-8E68-8B9D3780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7C09D7A9-D8B9-48F4-8C01-A35BFBED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1">
            <a:extLst xmlns:a="http://schemas.openxmlformats.org/drawingml/2006/main">
              <a:ext uri="{FF2B5EF4-FFF2-40B4-BE49-F238E27FC236}">
                <a16:creationId xmlns:a16="http://schemas.microsoft.com/office/drawing/2014/main" id="{C4B24A18-B18F-4F46-91CF-B2A1A323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2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单一 LLM/VLM 总分不能同时解决忠实性、可交付性与审计。</a:t>
            </a:r>
          </a:p>
        </p:txBody>
      </p:sp>
      <p:sp>
        <p:nvSpPr>
          <p:cNvPr id="7" name="matrix-head-a-1">
            <a:extLst xmlns:a="http://schemas.openxmlformats.org/drawingml/2006/main">
              <a:ext uri="{FF2B5EF4-FFF2-40B4-BE49-F238E27FC236}">
                <a16:creationId xmlns:a16="http://schemas.microsoft.com/office/drawing/2014/main" id="{2661F6A0-B3C6-446D-BCE9-32DFD45F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8" name="matrix-head-b-1">
            <a:extLst xmlns:a="http://schemas.openxmlformats.org/drawingml/2006/main">
              <a:ext uri="{FF2B5EF4-FFF2-40B4-BE49-F238E27FC236}">
                <a16:creationId xmlns:a16="http://schemas.microsoft.com/office/drawing/2014/main" id="{21E93609-E1C9-4292-ADA2-D751534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00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公开基线常见边界</a:t>
            </a:r>
          </a:p>
        </p:txBody>
      </p:sp>
      <p:sp>
        <p:nvSpPr>
          <p:cNvPr id="9" name="matrix-head-c-1">
            <a:extLst xmlns:a="http://schemas.openxmlformats.org/drawingml/2006/main">
              <a:ext uri="{FF2B5EF4-FFF2-40B4-BE49-F238E27FC236}">
                <a16:creationId xmlns:a16="http://schemas.microsoft.com/office/drawing/2014/main" id="{7D0245F5-8997-4F10-95A3-6241D70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工业 Harness</a:t>
            </a:r>
          </a:p>
        </p:txBody>
      </p:sp>
      <p:sp>
        <p:nvSpPr>
          <p:cNvPr id="10" name="matrix-row-1-0">
            <a:extLst xmlns:a="http://schemas.openxmlformats.org/drawingml/2006/main">
              <a:ext uri="{FF2B5EF4-FFF2-40B4-BE49-F238E27FC236}">
                <a16:creationId xmlns:a16="http://schemas.microsoft.com/office/drawing/2014/main" id="{967BB41B-14F0-492A-90FD-8890058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1" name="matrix-a-1-0">
            <a:extLst xmlns:a="http://schemas.openxmlformats.org/drawingml/2006/main">
              <a:ext uri="{FF2B5EF4-FFF2-40B4-BE49-F238E27FC236}">
                <a16:creationId xmlns:a16="http://schemas.microsoft.com/office/drawing/2014/main" id="{8A639A19-931F-4E36-ACDE-9F13ADC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结构证据</a:t>
            </a:r>
          </a:p>
        </p:txBody>
      </p:sp>
      <p:sp>
        <p:nvSpPr>
          <p:cNvPr id="12" name="matrix-b-1-0">
            <a:extLst xmlns:a="http://schemas.openxmlformats.org/drawingml/2006/main">
              <a:ext uri="{FF2B5EF4-FFF2-40B4-BE49-F238E27FC236}">
                <a16:creationId xmlns:a16="http://schemas.microsoft.com/office/drawing/2014/main" id="{2F95E276-61F4-48AD-8F0B-C02A2FA4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813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局部/缺失</a:t>
            </a:r>
          </a:p>
        </p:txBody>
      </p:sp>
      <p:sp>
        <p:nvSpPr>
          <p:cNvPr id="13" name="matrix-c-1-0">
            <a:extLst xmlns:a="http://schemas.openxmlformats.org/drawingml/2006/main">
              <a:ext uri="{FF2B5EF4-FFF2-40B4-BE49-F238E27FC236}">
                <a16:creationId xmlns:a16="http://schemas.microsoft.com/office/drawing/2014/main" id="{8601CCBF-39DF-4ABB-B526-9BF13C3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PPTX 对象树 + 渲染</a:t>
            </a:r>
          </a:p>
        </p:txBody>
      </p:sp>
      <p:sp>
        <p:nvSpPr>
          <p:cNvPr id="14" name="matrix-row-1-1">
            <a:extLst xmlns:a="http://schemas.openxmlformats.org/drawingml/2006/main">
              <a:ext uri="{FF2B5EF4-FFF2-40B4-BE49-F238E27FC236}">
                <a16:creationId xmlns:a16="http://schemas.microsoft.com/office/drawing/2014/main" id="{791C0B1A-7867-42C7-9339-661174F4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5" name="matrix-a-1-1">
            <a:extLst xmlns:a="http://schemas.openxmlformats.org/drawingml/2006/main">
              <a:ext uri="{FF2B5EF4-FFF2-40B4-BE49-F238E27FC236}">
                <a16:creationId xmlns:a16="http://schemas.microsoft.com/office/drawing/2014/main" id="{F06B9196-EC07-4146-B1B6-A77A16BD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忠实与视觉</a:t>
            </a:r>
          </a:p>
        </p:txBody>
      </p:sp>
      <p:sp>
        <p:nvSpPr>
          <p:cNvPr id="16" name="matrix-b-1-1">
            <a:extLst xmlns:a="http://schemas.openxmlformats.org/drawingml/2006/main">
              <a:ext uri="{FF2B5EF4-FFF2-40B4-BE49-F238E27FC236}">
                <a16:creationId xmlns:a16="http://schemas.microsoft.com/office/drawing/2014/main" id="{38D77811-FA15-4941-B077-132A2A28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48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常由单一 Judge 覆盖</a:t>
            </a:r>
          </a:p>
        </p:txBody>
      </p:sp>
      <p:sp>
        <p:nvSpPr>
          <p:cNvPr id="17" name="matrix-c-1-1">
            <a:extLst xmlns:a="http://schemas.openxmlformats.org/drawingml/2006/main">
              <a:ext uri="{FF2B5EF4-FFF2-40B4-BE49-F238E27FC236}">
                <a16:creationId xmlns:a16="http://schemas.microsoft.com/office/drawing/2014/main" id="{5F7DD936-49FA-4002-87B5-1C423C9F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480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专项 Oracle + 视觉 Oracle</a:t>
            </a:r>
          </a:p>
        </p:txBody>
      </p:sp>
      <p:sp>
        <p:nvSpPr>
          <p:cNvPr id="18" name="matrix-row-1-2">
            <a:extLst xmlns:a="http://schemas.openxmlformats.org/drawingml/2006/main">
              <a:ext uri="{FF2B5EF4-FFF2-40B4-BE49-F238E27FC236}">
                <a16:creationId xmlns:a16="http://schemas.microsoft.com/office/drawing/2014/main" id="{DD268639-7AAF-4C10-A263-A228FD8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matrix-a-1-2">
            <a:extLst xmlns:a="http://schemas.openxmlformats.org/drawingml/2006/main">
              <a:ext uri="{FF2B5EF4-FFF2-40B4-BE49-F238E27FC236}">
                <a16:creationId xmlns:a16="http://schemas.microsoft.com/office/drawing/2014/main" id="{608F8297-3753-415F-829C-36504D84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执行错误</a:t>
            </a:r>
          </a:p>
        </p:txBody>
      </p:sp>
      <p:sp>
        <p:nvSpPr>
          <p:cNvPr id="20" name="matrix-b-1-2">
            <a:extLst xmlns:a="http://schemas.openxmlformats.org/drawingml/2006/main">
              <a:ext uri="{FF2B5EF4-FFF2-40B4-BE49-F238E27FC236}">
                <a16:creationId xmlns:a16="http://schemas.microsoft.com/office/drawing/2014/main" id="{260016DE-CEFE-4088-A4D7-7213101E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易混入低分</a:t>
            </a:r>
          </a:p>
        </p:txBody>
      </p:sp>
      <p:sp>
        <p:nvSpPr>
          <p:cNvPr id="21" name="matrix-c-1-2">
            <a:extLst xmlns:a="http://schemas.openxmlformats.org/drawingml/2006/main">
              <a:ext uri="{FF2B5EF4-FFF2-40B4-BE49-F238E27FC236}">
                <a16:creationId xmlns:a16="http://schemas.microsoft.com/office/drawing/2014/main" id="{20DC9B7D-3C01-4C0A-A24D-8EE606DE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ERROR 与 FAIL 类型隔离</a:t>
            </a:r>
          </a:p>
        </p:txBody>
      </p:sp>
      <p:sp>
        <p:nvSpPr>
          <p:cNvPr id="22" name="matrix-row-1-3">
            <a:extLst xmlns:a="http://schemas.openxmlformats.org/drawingml/2006/main">
              <a:ext uri="{FF2B5EF4-FFF2-40B4-BE49-F238E27FC236}">
                <a16:creationId xmlns:a16="http://schemas.microsoft.com/office/drawing/2014/main" id="{0ED5D750-2F11-4C6F-9C68-B480FBB0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3" name="matrix-a-1-3">
            <a:extLst xmlns:a="http://schemas.openxmlformats.org/drawingml/2006/main">
              <a:ext uri="{FF2B5EF4-FFF2-40B4-BE49-F238E27FC236}">
                <a16:creationId xmlns:a16="http://schemas.microsoft.com/office/drawing/2014/main" id="{27DA8751-9C69-4757-83C7-BE2683FD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审计复现</a:t>
            </a:r>
          </a:p>
        </p:txBody>
      </p:sp>
      <p:sp>
        <p:nvSpPr>
          <p:cNvPr id="24" name="matrix-b-1-3">
            <a:extLst xmlns:a="http://schemas.openxmlformats.org/drawingml/2006/main">
              <a:ext uri="{FF2B5EF4-FFF2-40B4-BE49-F238E27FC236}">
                <a16:creationId xmlns:a16="http://schemas.microsoft.com/office/drawing/2014/main" id="{E4729C94-A605-4821-B82C-C7160445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81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版本信息不完整</a:t>
            </a:r>
          </a:p>
        </p:txBody>
      </p:sp>
      <p:sp>
        <p:nvSpPr>
          <p:cNvPr id="25" name="matrix-c-1-3">
            <a:extLst xmlns:a="http://schemas.openxmlformats.org/drawingml/2006/main">
              <a:ext uri="{FF2B5EF4-FFF2-40B4-BE49-F238E27FC236}">
                <a16:creationId xmlns:a16="http://schemas.microsoft.com/office/drawing/2014/main" id="{E6B20704-9B4B-4886-B48A-B16BA3D4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815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Manifest + append-only 事件</a:t>
            </a:r>
          </a:p>
        </p:txBody>
      </p:sp>
      <p:sp>
        <p:nvSpPr>
          <p:cNvPr id="26" name="note-1">
            <a:extLst xmlns:a="http://schemas.openxmlformats.org/drawingml/2006/main">
              <a:ext uri="{FF2B5EF4-FFF2-40B4-BE49-F238E27FC236}">
                <a16:creationId xmlns:a16="http://schemas.microsoft.com/office/drawing/2014/main" id="{DFF2240B-4422-48D7-99D5-72FAC0B9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MVP 状态：42 项测试与四场景 Smoke 已通过；公开 baseline 复现仍待补齐。</a:t>
            </a:r>
          </a:p>
        </p:txBody>
      </p:sp>
    </p:spTree>
    <p:extLst>
      <p:ext uri="{BB962C8B-B14F-4D97-AF65-F5344CB8AC3E}">
        <p14:creationId xmlns:p14="http://schemas.microsoft.com/office/powerpoint/2010/main" val="10232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2">
            <a:extLst xmlns:a="http://schemas.openxmlformats.org/drawingml/2006/main">
              <a:ext uri="{FF2B5EF4-FFF2-40B4-BE49-F238E27FC236}">
                <a16:creationId xmlns:a16="http://schemas.microsoft.com/office/drawing/2014/main" id="{FC60B364-8D92-49E8-A1FF-9F7FA42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03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8BD0236-3C43-42DE-B698-92898312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PPT-PDMS 把不可补偿缺陷放在公式外层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CEAEB7C0-18FF-4697-A00C-5A666D6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FA76F651-BE3E-4058-846F-6CCC97B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532C878F-E0DF-4F59-8DE6-E4572CCD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2">
            <a:extLst xmlns:a="http://schemas.openxmlformats.org/drawingml/2006/main">
              <a:ext uri="{FF2B5EF4-FFF2-40B4-BE49-F238E27FC236}">
                <a16:creationId xmlns:a16="http://schemas.microsoft.com/office/drawing/2014/main" id="{F2AD8875-5E92-4FC1-9666-1EB1616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少量高置信硬错误相乘，其他性能在内层加权。</a:t>
            </a:r>
          </a:p>
        </p:txBody>
      </p:sp>
      <p:sp>
        <p:nvSpPr>
          <p:cNvPr id="7" name="outer-2">
            <a:extLst xmlns:a="http://schemas.openxmlformats.org/drawingml/2006/main">
              <a:ext uri="{FF2B5EF4-FFF2-40B4-BE49-F238E27FC236}">
                <a16:creationId xmlns:a16="http://schemas.microsoft.com/office/drawing/2014/main" id="{E28DA827-7E2F-47C9-92AB-D0FEDD4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0668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19050">
            <a:solidFill>
              <a:srgbClr val="B44536"/>
            </a:solidFill>
            <a:prstDash val="solid"/>
          </a:ln>
        </p:spPr>
      </p:sp>
      <p:sp>
        <p:nvSpPr>
          <p:cNvPr id="8" name="m-label-2">
            <a:extLst xmlns:a="http://schemas.openxmlformats.org/drawingml/2006/main">
              <a:ext uri="{FF2B5EF4-FFF2-40B4-BE49-F238E27FC236}">
                <a16:creationId xmlns:a16="http://schemas.microsoft.com/office/drawing/2014/main" id="{19260CC6-9F70-401B-9C3D-0CFA5987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外层：不可补偿且高置信</a:t>
            </a:r>
          </a:p>
        </p:txBody>
      </p:sp>
      <p:sp>
        <p:nvSpPr>
          <p:cNvPr id="9" name="formula-2">
            <a:extLst xmlns:a="http://schemas.openxmlformats.org/drawingml/2006/main">
              <a:ext uri="{FF2B5EF4-FFF2-40B4-BE49-F238E27FC236}">
                <a16:creationId xmlns:a16="http://schemas.microsoft.com/office/drawing/2014/main" id="{DDCC24A4-FDC3-451B-A895-61DFECE7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rPr>
              <a:t>100 × ∏(M_base) × ∏(M_scene)</a:t>
            </a:r>
          </a:p>
        </p:txBody>
      </p:sp>
      <p:sp>
        <p:nvSpPr>
          <p:cNvPr id="10" name="times-2">
            <a:extLst xmlns:a="http://schemas.openxmlformats.org/drawingml/2006/main">
              <a:ext uri="{FF2B5EF4-FFF2-40B4-BE49-F238E27FC236}">
                <a16:creationId xmlns:a16="http://schemas.microsoft.com/office/drawing/2014/main" id="{06E2A824-080E-4AF0-A6A6-184F259F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718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inner-2">
            <a:extLst xmlns:a="http://schemas.openxmlformats.org/drawingml/2006/main">
              <a:ext uri="{FF2B5EF4-FFF2-40B4-BE49-F238E27FC236}">
                <a16:creationId xmlns:a16="http://schemas.microsoft.com/office/drawing/2014/main" id="{9BC9F7FC-CAA9-466E-9FA1-47B8A1DE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19375"/>
            <a:ext cx="4905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inner-label-2">
            <a:extLst xmlns:a="http://schemas.openxmlformats.org/drawingml/2006/main">
              <a:ext uri="{FF2B5EF4-FFF2-40B4-BE49-F238E27FC236}">
                <a16:creationId xmlns:a16="http://schemas.microsoft.com/office/drawing/2014/main" id="{A1D91A2A-A70D-4515-95DF-77DE115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内层：允许补偿的性能</a:t>
            </a:r>
          </a:p>
        </p:txBody>
      </p:sp>
      <p:sp>
        <p:nvSpPr>
          <p:cNvPr id="13" name="inner-formula-2">
            <a:extLst xmlns:a="http://schemas.openxmlformats.org/drawingml/2006/main">
              <a:ext uri="{FF2B5EF4-FFF2-40B4-BE49-F238E27FC236}">
                <a16:creationId xmlns:a16="http://schemas.microsoft.com/office/drawing/2014/main" id="{973E83F0-8FB2-461A-B5D5-09A55732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71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rPr>
              <a:t>λ·A_base + (1−λ)·A_scene</a:t>
            </a:r>
          </a:p>
        </p:txBody>
      </p:sp>
      <p:sp>
        <p:nvSpPr>
          <p:cNvPr id="14" name="rule-box-2-0">
            <a:extLst xmlns:a="http://schemas.openxmlformats.org/drawingml/2006/main">
              <a:ext uri="{FF2B5EF4-FFF2-40B4-BE49-F238E27FC236}">
                <a16:creationId xmlns:a16="http://schemas.microsoft.com/office/drawing/2014/main" id="{4A321D0C-3805-48A6-8EB4-9EFE6613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num-2-0">
            <a:extLst xmlns:a="http://schemas.openxmlformats.org/drawingml/2006/main">
              <a:ext uri="{FF2B5EF4-FFF2-40B4-BE49-F238E27FC236}">
                <a16:creationId xmlns:a16="http://schemas.microsoft.com/office/drawing/2014/main" id="{0A5FBE41-7CDE-4E80-A329-236AD2B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rule-2-0">
            <a:extLst xmlns:a="http://schemas.openxmlformats.org/drawingml/2006/main">
              <a:ext uri="{FF2B5EF4-FFF2-40B4-BE49-F238E27FC236}">
                <a16:creationId xmlns:a16="http://schemas.microsoft.com/office/drawing/2014/main" id="{0283BD8E-140F-4E08-87AD-83FA07FF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M ∈ {0, 0.5, 1}</a:t>
            </a:r>
          </a:p>
        </p:txBody>
      </p:sp>
      <p:sp>
        <p:nvSpPr>
          <p:cNvPr id="17" name="rule-box-2-1">
            <a:extLst xmlns:a="http://schemas.openxmlformats.org/drawingml/2006/main">
              <a:ext uri="{FF2B5EF4-FFF2-40B4-BE49-F238E27FC236}">
                <a16:creationId xmlns:a16="http://schemas.microsoft.com/office/drawing/2014/main" id="{4308C96C-7E87-4BC0-AE28-A0733E72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le-num-2-1">
            <a:extLst xmlns:a="http://schemas.openxmlformats.org/drawingml/2006/main">
              <a:ext uri="{FF2B5EF4-FFF2-40B4-BE49-F238E27FC236}">
                <a16:creationId xmlns:a16="http://schemas.microsoft.com/office/drawing/2014/main" id="{D71C351A-C10D-4F84-B9A1-252E0D69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rule-2-1">
            <a:extLst xmlns:a="http://schemas.openxmlformats.org/drawingml/2006/main">
              <a:ext uri="{FF2B5EF4-FFF2-40B4-BE49-F238E27FC236}">
                <a16:creationId xmlns:a16="http://schemas.microsoft.com/office/drawing/2014/main" id="{ACDB3A9B-67E3-41D5-A7EC-6F1AB465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同一缺陷不得重复计罚</a:t>
            </a:r>
          </a:p>
        </p:txBody>
      </p:sp>
      <p:sp>
        <p:nvSpPr>
          <p:cNvPr id="20" name="rule-box-2-2">
            <a:extLst xmlns:a="http://schemas.openxmlformats.org/drawingml/2006/main">
              <a:ext uri="{FF2B5EF4-FFF2-40B4-BE49-F238E27FC236}">
                <a16:creationId xmlns:a16="http://schemas.microsoft.com/office/drawing/2014/main" id="{8B360DD0-5454-4CF7-99BE-14F9633C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num-2-2">
            <a:extLst xmlns:a="http://schemas.openxmlformats.org/drawingml/2006/main">
              <a:ext uri="{FF2B5EF4-FFF2-40B4-BE49-F238E27FC236}">
                <a16:creationId xmlns:a16="http://schemas.microsoft.com/office/drawing/2014/main" id="{972E9DCC-D5D7-49CD-8B9E-AE704F7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rule-2-2">
            <a:extLst xmlns:a="http://schemas.openxmlformats.org/drawingml/2006/main">
              <a:ext uri="{FF2B5EF4-FFF2-40B4-BE49-F238E27FC236}">
                <a16:creationId xmlns:a16="http://schemas.microsoft.com/office/drawing/2014/main" id="{36EA2F80-B0FC-4B17-8F10-9BB933B3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ERROR 不进入公式</a:t>
            </a:r>
          </a:p>
        </p:txBody>
      </p:sp>
      <p:sp>
        <p:nvSpPr>
          <p:cNvPr id="23" name="lambda-2">
            <a:extLst xmlns:a="http://schemas.openxmlformats.org/drawingml/2006/main">
              <a:ext uri="{FF2B5EF4-FFF2-40B4-BE49-F238E27FC236}">
                <a16:creationId xmlns:a16="http://schemas.microsoft.com/office/drawing/2014/main" id="{D3254F79-C0DC-4EFC-BEBD-E427D929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50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λ v1：文字 0.55 · 总结 0.40 · 多模态 0.45；待人工金标校准</a:t>
            </a:r>
          </a:p>
        </p:txBody>
      </p:sp>
    </p:spTree>
    <p:extLst>
      <p:ext uri="{BB962C8B-B14F-4D97-AF65-F5344CB8AC3E}">
        <p14:creationId xmlns:p14="http://schemas.microsoft.com/office/powerpoint/2010/main" val="1274589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hapter-3">
            <a:extLst xmlns:a="http://schemas.openxmlformats.org/drawingml/2006/main">
              <a:ext uri="{FF2B5EF4-FFF2-40B4-BE49-F238E27FC236}">
                <a16:creationId xmlns:a16="http://schemas.microsoft.com/office/drawing/2014/main" id="{3B0880A1-40C6-49CD-B0AA-9914C1FE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05ACE42-D49E-4F44-AB28-288CAA51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确定性总控不需要知道指标怎么打分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5B869BA2-32DC-45E8-8E22-1E5C436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48427CE8-9C12-455E-9FF4-0AB0B9D5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31F7A09E-897C-49ED-98BD-5C44159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3">
            <a:extLst xmlns:a="http://schemas.openxmlformats.org/drawingml/2006/main">
              <a:ext uri="{FF2B5EF4-FFF2-40B4-BE49-F238E27FC236}">
                <a16:creationId xmlns:a16="http://schemas.microsoft.com/office/drawing/2014/main" id="{A4DC2CDB-8BB5-4015-8129-5972FF4B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Supervisor 只调度节点、预算和状态，判断封装在 Oracle。</a:t>
            </a:r>
          </a:p>
        </p:txBody>
      </p:sp>
      <p:sp>
        <p:nvSpPr>
          <p:cNvPr id="7" name="layer-3-0">
            <a:extLst xmlns:a="http://schemas.openxmlformats.org/drawingml/2006/main">
              <a:ext uri="{FF2B5EF4-FFF2-40B4-BE49-F238E27FC236}">
                <a16:creationId xmlns:a16="http://schemas.microsoft.com/office/drawing/2014/main" id="{262A77EA-82A1-4D08-8183-1CDA8145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layer-text-3-0">
            <a:extLst xmlns:a="http://schemas.openxmlformats.org/drawingml/2006/main">
              <a:ext uri="{FF2B5EF4-FFF2-40B4-BE49-F238E27FC236}">
                <a16:creationId xmlns:a16="http://schemas.microsoft.com/office/drawing/2014/main" id="{6C35C89D-70D8-48F6-9AC1-72617597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76475"/>
            <a:ext cx="851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01  EvaluationService</a:t>
            </a:r>
          </a:p>
        </p:txBody>
      </p:sp>
      <p:sp>
        <p:nvSpPr>
          <p:cNvPr id="9" name="layer-3-1">
            <a:extLst xmlns:a="http://schemas.openxmlformats.org/drawingml/2006/main">
              <a:ext uri="{FF2B5EF4-FFF2-40B4-BE49-F238E27FC236}">
                <a16:creationId xmlns:a16="http://schemas.microsoft.com/office/drawing/2014/main" id="{99E0355B-3686-4E1C-93A7-6C030C8F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241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1677D2"/>
            </a:solidFill>
            <a:prstDash val="solid"/>
          </a:ln>
        </p:spPr>
      </p:sp>
      <p:sp>
        <p:nvSpPr>
          <p:cNvPr id="10" name="layer-text-3-1">
            <a:extLst xmlns:a="http://schemas.openxmlformats.org/drawingml/2006/main">
              <a:ext uri="{FF2B5EF4-FFF2-40B4-BE49-F238E27FC236}">
                <a16:creationId xmlns:a16="http://schemas.microsoft.com/office/drawing/2014/main" id="{331DBE19-DBB1-444B-969A-5D967B6F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80987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02  RunSupervisor</a:t>
            </a:r>
          </a:p>
        </p:txBody>
      </p:sp>
      <p:sp>
        <p:nvSpPr>
          <p:cNvPr id="11" name="layer-3-2">
            <a:extLst xmlns:a="http://schemas.openxmlformats.org/drawingml/2006/main">
              <a:ext uri="{FF2B5EF4-FFF2-40B4-BE49-F238E27FC236}">
                <a16:creationId xmlns:a16="http://schemas.microsoft.com/office/drawing/2014/main" id="{9F869797-3D6D-46F9-9C70-FCBBB539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714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layer-text-3-2">
            <a:extLst xmlns:a="http://schemas.openxmlformats.org/drawingml/2006/main">
              <a:ext uri="{FF2B5EF4-FFF2-40B4-BE49-F238E27FC236}">
                <a16:creationId xmlns:a16="http://schemas.microsoft.com/office/drawing/2014/main" id="{6906501F-C637-4117-AB8E-18F959F8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43275"/>
            <a:ext cx="680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03  ProfileCompiler + DagScheduler</a:t>
            </a:r>
          </a:p>
        </p:txBody>
      </p:sp>
      <p:sp>
        <p:nvSpPr>
          <p:cNvPr id="13" name="layer-3-3">
            <a:extLst xmlns:a="http://schemas.openxmlformats.org/drawingml/2006/main">
              <a:ext uri="{FF2B5EF4-FFF2-40B4-BE49-F238E27FC236}">
                <a16:creationId xmlns:a16="http://schemas.microsoft.com/office/drawing/2014/main" id="{F432FE1C-B23F-4B4E-8AB6-2BD40F0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909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layer-text-3-3">
            <a:extLst xmlns:a="http://schemas.openxmlformats.org/drawingml/2006/main">
              <a:ext uri="{FF2B5EF4-FFF2-40B4-BE49-F238E27FC236}">
                <a16:creationId xmlns:a16="http://schemas.microsoft.com/office/drawing/2014/main" id="{52C43D2C-2635-49AC-9AF9-91885C72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876675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04  Composite / Leaf Oracle</a:t>
            </a:r>
          </a:p>
        </p:txBody>
      </p:sp>
      <p:sp>
        <p:nvSpPr>
          <p:cNvPr id="15" name="layer-3-4">
            <a:extLst xmlns:a="http://schemas.openxmlformats.org/drawingml/2006/main">
              <a:ext uri="{FF2B5EF4-FFF2-40B4-BE49-F238E27FC236}">
                <a16:creationId xmlns:a16="http://schemas.microsoft.com/office/drawing/2014/main" id="{153889F6-934F-4501-9A2F-579C9806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layer-text-3-4">
            <a:extLst xmlns:a="http://schemas.openxmlformats.org/drawingml/2006/main">
              <a:ext uri="{FF2B5EF4-FFF2-40B4-BE49-F238E27FC236}">
                <a16:creationId xmlns:a16="http://schemas.microsoft.com/office/drawing/2014/main" id="{C46DFD4E-BB76-40E3-98B4-FD8EA00E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0075"/>
            <a:ext cx="508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05  Calibrator + PPT-PDMS</a:t>
            </a:r>
          </a:p>
        </p:txBody>
      </p:sp>
      <p:sp>
        <p:nvSpPr>
          <p:cNvPr id="17" name="layer-3-5">
            <a:extLst xmlns:a="http://schemas.openxmlformats.org/drawingml/2006/main">
              <a:ext uri="{FF2B5EF4-FFF2-40B4-BE49-F238E27FC236}">
                <a16:creationId xmlns:a16="http://schemas.microsoft.com/office/drawing/2014/main" id="{440A940C-CEFE-460A-BB64-BD238532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57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layer-text-3-5">
            <a:extLst xmlns:a="http://schemas.openxmlformats.org/drawingml/2006/main">
              <a:ext uri="{FF2B5EF4-FFF2-40B4-BE49-F238E27FC236}">
                <a16:creationId xmlns:a16="http://schemas.microsoft.com/office/drawing/2014/main" id="{189F4DE8-7505-4030-ADD3-A6988E6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43475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06  DecisionPolicy</a:t>
            </a:r>
          </a:p>
        </p:txBody>
      </p:sp>
      <p:sp>
        <p:nvSpPr>
          <p:cNvPr id="19" name="layer-3-6">
            <a:extLst xmlns:a="http://schemas.openxmlformats.org/drawingml/2006/main">
              <a:ext uri="{FF2B5EF4-FFF2-40B4-BE49-F238E27FC236}">
                <a16:creationId xmlns:a16="http://schemas.microsoft.com/office/drawing/2014/main" id="{E80E22BB-60C0-443D-99CE-F48A8661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layer-text-3-6">
            <a:extLst xmlns:a="http://schemas.openxmlformats.org/drawingml/2006/main">
              <a:ext uri="{FF2B5EF4-FFF2-40B4-BE49-F238E27FC236}">
                <a16:creationId xmlns:a16="http://schemas.microsoft.com/office/drawing/2014/main" id="{AA51FC1B-3283-4987-B9A5-21DBDF40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76875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07  Evidence · Audit · Feedback</a:t>
            </a:r>
          </a:p>
        </p:txBody>
      </p:sp>
      <p:sp>
        <p:nvSpPr>
          <p:cNvPr id="21" name="arch-note-3">
            <a:extLst xmlns:a="http://schemas.openxmlformats.org/drawingml/2006/main">
              <a:ext uri="{FF2B5EF4-FFF2-40B4-BE49-F238E27FC236}">
                <a16:creationId xmlns:a16="http://schemas.microsoft.com/office/drawing/2014/main" id="{9DDDE5C2-51B6-4162-B6B6-B1BB9D05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483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每层只完成既定工作；模型不能生成 DAG、修改规则或决定发布。</a:t>
            </a:r>
          </a:p>
        </p:txBody>
      </p:sp>
    </p:spTree>
    <p:extLst>
      <p:ext uri="{BB962C8B-B14F-4D97-AF65-F5344CB8AC3E}">
        <p14:creationId xmlns:p14="http://schemas.microsoft.com/office/powerpoint/2010/main" val="1391758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hapter-4">
            <a:extLst xmlns:a="http://schemas.openxmlformats.org/drawingml/2006/main">
              <a:ext uri="{FF2B5EF4-FFF2-40B4-BE49-F238E27FC236}">
                <a16:creationId xmlns:a16="http://schemas.microsoft.com/office/drawing/2014/main" id="{104DA36D-1C87-4A18-9AAE-E12B1585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71B8D92-C092-4C91-B4B9-95D1573B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基础质量子图是编译期不变量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110BA898-45AD-4392-A0EC-C44C3DF0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8A5BB021-5B93-40EE-B2E9-2DD9F935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2FE1F8FC-61DF-49C4-8B89-5179B70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4">
            <a:extLst xmlns:a="http://schemas.openxmlformats.org/drawingml/2006/main">
              <a:ext uri="{FF2B5EF4-FFF2-40B4-BE49-F238E27FC236}">
                <a16:creationId xmlns:a16="http://schemas.microsoft.com/office/drawing/2014/main" id="{4F2D3720-8CF5-451E-B837-2F907AA5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任何专项缺失或失败，都保留可解释的 S_base。</a:t>
            </a:r>
          </a:p>
        </p:txBody>
      </p:sp>
      <p:sp>
        <p:nvSpPr>
          <p:cNvPr id="7" name="fallback-node-4-0">
            <a:extLst xmlns:a="http://schemas.openxmlformats.org/drawingml/2006/main">
              <a:ext uri="{FF2B5EF4-FFF2-40B4-BE49-F238E27FC236}">
                <a16:creationId xmlns:a16="http://schemas.microsoft.com/office/drawing/2014/main" id="{CF11CF53-C978-4873-85E6-16ADFF7A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1677D2"/>
            </a:solidFill>
            <a:prstDash val="solid"/>
          </a:ln>
        </p:spPr>
      </p:sp>
      <p:sp>
        <p:nvSpPr>
          <p:cNvPr id="8" name="fallback-num-4-0">
            <a:extLst xmlns:a="http://schemas.openxmlformats.org/drawingml/2006/main">
              <a:ext uri="{FF2B5EF4-FFF2-40B4-BE49-F238E27FC236}">
                <a16:creationId xmlns:a16="http://schemas.microsoft.com/office/drawing/2014/main" id="{9D45EAFE-5D6E-4736-B5C0-E144C2A2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fallback-name-4-0">
            <a:extLst xmlns:a="http://schemas.openxmlformats.org/drawingml/2006/main">
              <a:ext uri="{FF2B5EF4-FFF2-40B4-BE49-F238E27FC236}">
                <a16:creationId xmlns:a16="http://schemas.microsoft.com/office/drawing/2014/main" id="{6FC018D4-14BC-4F0D-8500-C661CD9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0" name="fallback-desc-4-0">
            <a:extLst xmlns:a="http://schemas.openxmlformats.org/drawingml/2006/main">
              <a:ext uri="{FF2B5EF4-FFF2-40B4-BE49-F238E27FC236}">
                <a16:creationId xmlns:a16="http://schemas.microsoft.com/office/drawing/2014/main" id="{A2CE8165-CDB5-435D-AA2E-0E7504DA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强制注入 Baseline</a:t>
            </a:r>
          </a:p>
        </p:txBody>
      </p:sp>
      <p:sp>
        <p:nvSpPr>
          <p:cNvPr id="11" name="fallback-arrow-4-0">
            <a:extLst xmlns:a="http://schemas.openxmlformats.org/drawingml/2006/main">
              <a:ext uri="{FF2B5EF4-FFF2-40B4-BE49-F238E27FC236}">
                <a16:creationId xmlns:a16="http://schemas.microsoft.com/office/drawing/2014/main" id="{49B681B8-6424-4B9F-A43C-03C65C70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allback-node-4-1">
            <a:extLst xmlns:a="http://schemas.openxmlformats.org/drawingml/2006/main">
              <a:ext uri="{FF2B5EF4-FFF2-40B4-BE49-F238E27FC236}">
                <a16:creationId xmlns:a16="http://schemas.microsoft.com/office/drawing/2014/main" id="{B8CDB95D-F6A1-4116-BEFB-889DD83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19050">
            <a:solidFill>
              <a:srgbClr val="111418"/>
            </a:solidFill>
            <a:prstDash val="solid"/>
          </a:ln>
        </p:spPr>
      </p:sp>
      <p:sp>
        <p:nvSpPr>
          <p:cNvPr id="13" name="fallback-num-4-1">
            <a:extLst xmlns:a="http://schemas.openxmlformats.org/drawingml/2006/main">
              <a:ext uri="{FF2B5EF4-FFF2-40B4-BE49-F238E27FC236}">
                <a16:creationId xmlns:a16="http://schemas.microsoft.com/office/drawing/2014/main" id="{FBA89E72-F01C-4EC4-8D51-60471E53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fallback-name-4-1">
            <a:extLst xmlns:a="http://schemas.openxmlformats.org/drawingml/2006/main">
              <a:ext uri="{FF2B5EF4-FFF2-40B4-BE49-F238E27FC236}">
                <a16:creationId xmlns:a16="http://schemas.microsoft.com/office/drawing/2014/main" id="{CB635FDF-7376-440F-A7D4-AD9FB193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5" name="fallback-desc-4-1">
            <a:extLst xmlns:a="http://schemas.openxmlformats.org/drawingml/2006/main">
              <a:ext uri="{FF2B5EF4-FFF2-40B4-BE49-F238E27FC236}">
                <a16:creationId xmlns:a16="http://schemas.microsoft.com/office/drawing/2014/main" id="{C89086BC-00A9-4EFE-AA1C-0B89C13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基础与专项解耦</a:t>
            </a:r>
          </a:p>
        </p:txBody>
      </p:sp>
      <p:sp>
        <p:nvSpPr>
          <p:cNvPr id="16" name="fallback-arrow-4-1">
            <a:extLst xmlns:a="http://schemas.openxmlformats.org/drawingml/2006/main">
              <a:ext uri="{FF2B5EF4-FFF2-40B4-BE49-F238E27FC236}">
                <a16:creationId xmlns:a16="http://schemas.microsoft.com/office/drawing/2014/main" id="{4198358A-F462-4638-9D57-2A57AE0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fallback-node-4-2">
            <a:extLst xmlns:a="http://schemas.openxmlformats.org/drawingml/2006/main">
              <a:ext uri="{FF2B5EF4-FFF2-40B4-BE49-F238E27FC236}">
                <a16:creationId xmlns:a16="http://schemas.microsoft.com/office/drawing/2014/main" id="{36EBBFA7-1F51-4C7E-AE18-E5EC7778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19050">
            <a:solidFill>
              <a:srgbClr val="B44536"/>
            </a:solidFill>
            <a:prstDash val="solid"/>
          </a:ln>
        </p:spPr>
      </p:sp>
      <p:sp>
        <p:nvSpPr>
          <p:cNvPr id="18" name="fallback-num-4-2">
            <a:extLst xmlns:a="http://schemas.openxmlformats.org/drawingml/2006/main">
              <a:ext uri="{FF2B5EF4-FFF2-40B4-BE49-F238E27FC236}">
                <a16:creationId xmlns:a16="http://schemas.microsoft.com/office/drawing/2014/main" id="{C12A6F7A-E5DA-4590-ABDD-0BEDB3A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fallback-name-4-2">
            <a:extLst xmlns:a="http://schemas.openxmlformats.org/drawingml/2006/main">
              <a:ext uri="{FF2B5EF4-FFF2-40B4-BE49-F238E27FC236}">
                <a16:creationId xmlns:a16="http://schemas.microsoft.com/office/drawing/2014/main" id="{DC29DDE0-B241-4980-A101-7333429D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专项异常</a:t>
            </a:r>
          </a:p>
        </p:txBody>
      </p:sp>
      <p:sp>
        <p:nvSpPr>
          <p:cNvPr id="20" name="fallback-desc-4-2">
            <a:extLst xmlns:a="http://schemas.openxmlformats.org/drawingml/2006/main">
              <a:ext uri="{FF2B5EF4-FFF2-40B4-BE49-F238E27FC236}">
                <a16:creationId xmlns:a16="http://schemas.microsoft.com/office/drawing/2014/main" id="{C73D7BB4-6C66-4370-8713-EC3DFF8B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ERROR / 缺证据</a:t>
            </a:r>
          </a:p>
        </p:txBody>
      </p:sp>
      <p:sp>
        <p:nvSpPr>
          <p:cNvPr id="21" name="fallback-arrow-4-2">
            <a:extLst xmlns:a="http://schemas.openxmlformats.org/drawingml/2006/main">
              <a:ext uri="{FF2B5EF4-FFF2-40B4-BE49-F238E27FC236}">
                <a16:creationId xmlns:a16="http://schemas.microsoft.com/office/drawing/2014/main" id="{D89FC32D-4E2E-4FE7-B804-0C9D285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fallback-node-4-3">
            <a:extLst xmlns:a="http://schemas.openxmlformats.org/drawingml/2006/main">
              <a:ext uri="{FF2B5EF4-FFF2-40B4-BE49-F238E27FC236}">
                <a16:creationId xmlns:a16="http://schemas.microsoft.com/office/drawing/2014/main" id="{B0E194B5-E907-4CC4-81E4-7B005706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87E72"/>
            </a:solidFill>
            <a:prstDash val="solid"/>
          </a:ln>
        </p:spPr>
      </p:sp>
      <p:sp>
        <p:nvSpPr>
          <p:cNvPr id="23" name="fallback-num-4-3">
            <a:extLst xmlns:a="http://schemas.openxmlformats.org/drawingml/2006/main">
              <a:ext uri="{FF2B5EF4-FFF2-40B4-BE49-F238E27FC236}">
                <a16:creationId xmlns:a16="http://schemas.microsoft.com/office/drawing/2014/main" id="{2F624D3F-9B0D-45F5-A9B3-AEEFF5F6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fallback-name-4-3">
            <a:extLst xmlns:a="http://schemas.openxmlformats.org/drawingml/2006/main">
              <a:ext uri="{FF2B5EF4-FFF2-40B4-BE49-F238E27FC236}">
                <a16:creationId xmlns:a16="http://schemas.microsoft.com/office/drawing/2014/main" id="{3FBC3743-EEBA-4D79-9717-4A10051A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25" name="fallback-desc-4-3">
            <a:extLst xmlns:a="http://schemas.openxmlformats.org/drawingml/2006/main">
              <a:ext uri="{FF2B5EF4-FFF2-40B4-BE49-F238E27FC236}">
                <a16:creationId xmlns:a16="http://schemas.microsoft.com/office/drawing/2014/main" id="{D71C3DB9-D4FD-4576-968B-8DCD05C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S_base + REVIEW</a:t>
            </a:r>
          </a:p>
        </p:txBody>
      </p:sp>
      <p:sp>
        <p:nvSpPr>
          <p:cNvPr id="26" name="baseline-band-4">
            <a:extLst xmlns:a="http://schemas.openxmlformats.org/drawingml/2006/main">
              <a:ext uri="{FF2B5EF4-FFF2-40B4-BE49-F238E27FC236}">
                <a16:creationId xmlns:a16="http://schemas.microsoft.com/office/drawing/2014/main" id="{51DAFF8A-A3B4-4C9B-A836-C7B8E0A3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05060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seline-label-4">
            <a:extLst xmlns:a="http://schemas.openxmlformats.org/drawingml/2006/main">
              <a:ext uri="{FF2B5EF4-FFF2-40B4-BE49-F238E27FC236}">
                <a16:creationId xmlns:a16="http://schemas.microsoft.com/office/drawing/2014/main" id="{89D54325-E973-4FD0-81E0-81A081A2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不可删除的基础质量子图</a:t>
            </a:r>
          </a:p>
        </p:txBody>
      </p:sp>
      <p:sp>
        <p:nvSpPr>
          <p:cNvPr id="28" name="baseline-dims-4">
            <a:extLst xmlns:a="http://schemas.openxmlformats.org/drawingml/2006/main">
              <a:ext uri="{FF2B5EF4-FFF2-40B4-BE49-F238E27FC236}">
                <a16:creationId xmlns:a16="http://schemas.microsoft.com/office/drawing/2014/main" id="{102F632B-EB7E-4DBC-9912-8DCB8D9F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 · 叙事 · 视觉 · 技术 · 可编辑性 · 兼容性 · 可访问性</a:t>
            </a:r>
          </a:p>
        </p:txBody>
      </p:sp>
      <p:sp>
        <p:nvSpPr>
          <p:cNvPr id="29" name="fallback-state-4">
            <a:extLst xmlns:a="http://schemas.openxmlformats.org/drawingml/2006/main">
              <a:ext uri="{FF2B5EF4-FFF2-40B4-BE49-F238E27FC236}">
                <a16:creationId xmlns:a16="http://schemas.microsoft.com/office/drawing/2014/main" id="{259C2FD7-A523-4A4B-8DD8-EF9955D7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50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FULL / DEGRADED / BASE_ONLY / UNASSESSABLE</a:t>
            </a:r>
          </a:p>
        </p:txBody>
      </p:sp>
    </p:spTree>
    <p:extLst>
      <p:ext uri="{BB962C8B-B14F-4D97-AF65-F5344CB8AC3E}">
        <p14:creationId xmlns:p14="http://schemas.microsoft.com/office/powerpoint/2010/main" val="792669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5">
            <a:extLst xmlns:a="http://schemas.openxmlformats.org/drawingml/2006/main">
              <a:ext uri="{FF2B5EF4-FFF2-40B4-BE49-F238E27FC236}">
                <a16:creationId xmlns:a16="http://schemas.microsoft.com/office/drawing/2014/main" id="{61C603CA-5827-43AD-886E-57282E7E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03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A7417B1-D111-4C6B-BE31-E850751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契约和审计让替换模型不改上层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9037DB28-F240-4B2D-A76D-C672866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2065E14D-261C-4DDD-89AE-1749372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F4A3A040-216A-4B7E-9377-7247AA70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5">
            <a:extLst xmlns:a="http://schemas.openxmlformats.org/drawingml/2006/main">
              <a:ext uri="{FF2B5EF4-FFF2-40B4-BE49-F238E27FC236}">
                <a16:creationId xmlns:a16="http://schemas.microsoft.com/office/drawing/2014/main" id="{0A973B46-E8B1-40D7-AEE2-64C49273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统一 OracleResult、版本指纹和事件流支撑回放。</a:t>
            </a:r>
          </a:p>
        </p:txBody>
      </p:sp>
      <p:sp>
        <p:nvSpPr>
          <p:cNvPr id="7" name="chain-line-5">
            <a:extLst xmlns:a="http://schemas.openxmlformats.org/drawingml/2006/main">
              <a:ext uri="{FF2B5EF4-FFF2-40B4-BE49-F238E27FC236}">
                <a16:creationId xmlns:a16="http://schemas.microsoft.com/office/drawing/2014/main" id="{FBD1B454-4FD2-496E-8799-310366E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in-node-5-0">
            <a:extLst xmlns:a="http://schemas.openxmlformats.org/drawingml/2006/main">
              <a:ext uri="{FF2B5EF4-FFF2-40B4-BE49-F238E27FC236}">
                <a16:creationId xmlns:a16="http://schemas.microsoft.com/office/drawing/2014/main" id="{209270E4-E9B7-44A4-A47A-2794D01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in-id-5-0">
            <a:extLst xmlns:a="http://schemas.openxmlformats.org/drawingml/2006/main">
              <a:ext uri="{FF2B5EF4-FFF2-40B4-BE49-F238E27FC236}">
                <a16:creationId xmlns:a16="http://schemas.microsoft.com/office/drawing/2014/main" id="{88B3243F-F579-4F37-B77A-D70A461A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</a:t>
            </a:r>
          </a:p>
        </p:txBody>
      </p:sp>
      <p:sp>
        <p:nvSpPr>
          <p:cNvPr id="10" name="chain-caption-5-0">
            <a:extLst xmlns:a="http://schemas.openxmlformats.org/drawingml/2006/main">
              <a:ext uri="{FF2B5EF4-FFF2-40B4-BE49-F238E27FC236}">
                <a16:creationId xmlns:a16="http://schemas.microsoft.com/office/drawing/2014/main" id="{892F77F6-BAED-4CEA-9CA2-CC13C34F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1" name="chain-node-5-1">
            <a:extLst xmlns:a="http://schemas.openxmlformats.org/drawingml/2006/main">
              <a:ext uri="{FF2B5EF4-FFF2-40B4-BE49-F238E27FC236}">
                <a16:creationId xmlns:a16="http://schemas.microsoft.com/office/drawing/2014/main" id="{4CC0D8A8-1E22-41CE-88BF-D2222FB2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ain-id-5-1">
            <a:extLst xmlns:a="http://schemas.openxmlformats.org/drawingml/2006/main">
              <a:ext uri="{FF2B5EF4-FFF2-40B4-BE49-F238E27FC236}">
                <a16:creationId xmlns:a16="http://schemas.microsoft.com/office/drawing/2014/main" id="{DAFBFDBD-6C9A-4540-BC74-03E405E5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ADR</a:t>
            </a:r>
          </a:p>
        </p:txBody>
      </p:sp>
      <p:sp>
        <p:nvSpPr>
          <p:cNvPr id="13" name="chain-caption-5-1">
            <a:extLst xmlns:a="http://schemas.openxmlformats.org/drawingml/2006/main">
              <a:ext uri="{FF2B5EF4-FFF2-40B4-BE49-F238E27FC236}">
                <a16:creationId xmlns:a16="http://schemas.microsoft.com/office/drawing/2014/main" id="{356501E0-EB3C-4D6D-8472-13821B90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14" name="chain-node-5-2">
            <a:extLst xmlns:a="http://schemas.openxmlformats.org/drawingml/2006/main">
              <a:ext uri="{FF2B5EF4-FFF2-40B4-BE49-F238E27FC236}">
                <a16:creationId xmlns:a16="http://schemas.microsoft.com/office/drawing/2014/main" id="{F4E6AB86-594C-4D04-B062-B6FA2B11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ain-id-5-2">
            <a:extLst xmlns:a="http://schemas.openxmlformats.org/drawingml/2006/main">
              <a:ext uri="{FF2B5EF4-FFF2-40B4-BE49-F238E27FC236}">
                <a16:creationId xmlns:a16="http://schemas.microsoft.com/office/drawing/2014/main" id="{50C6B77C-CDCB-47F5-AEA6-3482F3AD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ORC+IMP</a:t>
            </a:r>
          </a:p>
        </p:txBody>
      </p:sp>
      <p:sp>
        <p:nvSpPr>
          <p:cNvPr id="16" name="chain-caption-5-2">
            <a:extLst xmlns:a="http://schemas.openxmlformats.org/drawingml/2006/main">
              <a:ext uri="{FF2B5EF4-FFF2-40B4-BE49-F238E27FC236}">
                <a16:creationId xmlns:a16="http://schemas.microsoft.com/office/drawing/2014/main" id="{5BE3F025-BEE6-4E09-9BA6-C6B0E578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判断/实现</a:t>
            </a:r>
          </a:p>
        </p:txBody>
      </p:sp>
      <p:sp>
        <p:nvSpPr>
          <p:cNvPr id="17" name="chain-node-5-3">
            <a:extLst xmlns:a="http://schemas.openxmlformats.org/drawingml/2006/main">
              <a:ext uri="{FF2B5EF4-FFF2-40B4-BE49-F238E27FC236}">
                <a16:creationId xmlns:a16="http://schemas.microsoft.com/office/drawing/2014/main" id="{4B3C7E09-6D13-4BA2-9AC5-E605776D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id-5-3">
            <a:extLst xmlns:a="http://schemas.openxmlformats.org/drawingml/2006/main">
              <a:ext uri="{FF2B5EF4-FFF2-40B4-BE49-F238E27FC236}">
                <a16:creationId xmlns:a16="http://schemas.microsoft.com/office/drawing/2014/main" id="{D450B9C1-1F83-451E-89BD-CF4A653C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TST</a:t>
            </a:r>
          </a:p>
        </p:txBody>
      </p:sp>
      <p:sp>
        <p:nvSpPr>
          <p:cNvPr id="19" name="chain-caption-5-3">
            <a:extLst xmlns:a="http://schemas.openxmlformats.org/drawingml/2006/main">
              <a:ext uri="{FF2B5EF4-FFF2-40B4-BE49-F238E27FC236}">
                <a16:creationId xmlns:a16="http://schemas.microsoft.com/office/drawing/2014/main" id="{447BC3E4-F67A-44C1-AE8E-F3650013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0" name="chain-node-5-4">
            <a:extLst xmlns:a="http://schemas.openxmlformats.org/drawingml/2006/main">
              <a:ext uri="{FF2B5EF4-FFF2-40B4-BE49-F238E27FC236}">
                <a16:creationId xmlns:a16="http://schemas.microsoft.com/office/drawing/2014/main" id="{B7690955-9808-4CE9-BC7E-12386DCD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ain-id-5-4">
            <a:extLst xmlns:a="http://schemas.openxmlformats.org/drawingml/2006/main">
              <a:ext uri="{FF2B5EF4-FFF2-40B4-BE49-F238E27FC236}">
                <a16:creationId xmlns:a16="http://schemas.microsoft.com/office/drawing/2014/main" id="{1A621941-5D96-4BA8-BC42-E45AE338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EXP+RUN</a:t>
            </a:r>
          </a:p>
        </p:txBody>
      </p:sp>
      <p:sp>
        <p:nvSpPr>
          <p:cNvPr id="22" name="chain-caption-5-4">
            <a:extLst xmlns:a="http://schemas.openxmlformats.org/drawingml/2006/main">
              <a:ext uri="{FF2B5EF4-FFF2-40B4-BE49-F238E27FC236}">
                <a16:creationId xmlns:a16="http://schemas.microsoft.com/office/drawing/2014/main" id="{0E1174DA-8DE8-478E-8AA5-53DD8F59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实验/运行</a:t>
            </a:r>
          </a:p>
        </p:txBody>
      </p:sp>
      <p:sp>
        <p:nvSpPr>
          <p:cNvPr id="23" name="chain-node-5-5">
            <a:extLst xmlns:a="http://schemas.openxmlformats.org/drawingml/2006/main">
              <a:ext uri="{FF2B5EF4-FFF2-40B4-BE49-F238E27FC236}">
                <a16:creationId xmlns:a16="http://schemas.microsoft.com/office/drawing/2014/main" id="{BC28E3D5-314C-46BA-979D-5F2DA3E9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ain-id-5-5">
            <a:extLst xmlns:a="http://schemas.openxmlformats.org/drawingml/2006/main">
              <a:ext uri="{FF2B5EF4-FFF2-40B4-BE49-F238E27FC236}">
                <a16:creationId xmlns:a16="http://schemas.microsoft.com/office/drawing/2014/main" id="{7D98D4B7-0D16-4A8C-B999-087D5F28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REL</a:t>
            </a:r>
          </a:p>
        </p:txBody>
      </p:sp>
      <p:sp>
        <p:nvSpPr>
          <p:cNvPr id="25" name="chain-caption-5-5">
            <a:extLst xmlns:a="http://schemas.openxmlformats.org/drawingml/2006/main">
              <a:ext uri="{FF2B5EF4-FFF2-40B4-BE49-F238E27FC236}">
                <a16:creationId xmlns:a16="http://schemas.microsoft.com/office/drawing/2014/main" id="{DFD9FAB2-2395-4747-B591-C1CC6CF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6" name="manifest-5-0">
            <a:extLst xmlns:a="http://schemas.openxmlformats.org/drawingml/2006/main">
              <a:ext uri="{FF2B5EF4-FFF2-40B4-BE49-F238E27FC236}">
                <a16:creationId xmlns:a16="http://schemas.microsoft.com/office/drawing/2014/main" id="{F2520204-9D88-4193-B2B4-CD52288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input/output hash</a:t>
            </a:r>
          </a:p>
        </p:txBody>
      </p:sp>
      <p:sp>
        <p:nvSpPr>
          <p:cNvPr id="27" name="manifest-5-1">
            <a:extLst xmlns:a="http://schemas.openxmlformats.org/drawingml/2006/main">
              <a:ext uri="{FF2B5EF4-FFF2-40B4-BE49-F238E27FC236}">
                <a16:creationId xmlns:a16="http://schemas.microsoft.com/office/drawing/2014/main" id="{A92AEDBF-CC94-4BEB-8FDA-C37710AE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Git · container · fonts</a:t>
            </a:r>
          </a:p>
        </p:txBody>
      </p:sp>
      <p:sp>
        <p:nvSpPr>
          <p:cNvPr id="28" name="manifest-5-2">
            <a:extLst xmlns:a="http://schemas.openxmlformats.org/drawingml/2006/main">
              <a:ext uri="{FF2B5EF4-FFF2-40B4-BE49-F238E27FC236}">
                <a16:creationId xmlns:a16="http://schemas.microsoft.com/office/drawing/2014/main" id="{EAE50791-8562-4A66-9B88-06B4044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244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model · prompt · profile</a:t>
            </a:r>
          </a:p>
        </p:txBody>
      </p:sp>
      <p:sp>
        <p:nvSpPr>
          <p:cNvPr id="29" name="manifest-5-3">
            <a:extLst xmlns:a="http://schemas.openxmlformats.org/drawingml/2006/main">
              <a:ext uri="{FF2B5EF4-FFF2-40B4-BE49-F238E27FC236}">
                <a16:creationId xmlns:a16="http://schemas.microsoft.com/office/drawing/2014/main" id="{80525D5C-E248-4A93-96E5-61A9688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seed · cost · DAG</a:t>
            </a:r>
          </a:p>
        </p:txBody>
      </p:sp>
      <p:sp>
        <p:nvSpPr>
          <p:cNvPr id="30" name="append-only-5">
            <a:extLst xmlns:a="http://schemas.openxmlformats.org/drawingml/2006/main">
              <a:ext uri="{FF2B5EF4-FFF2-40B4-BE49-F238E27FC236}">
                <a16:creationId xmlns:a16="http://schemas.microsoft.com/office/drawing/2014/main" id="{F6FC5738-F5E4-4094-B107-B0CCE71B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97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机器结果与人工复核分别追加；修订用 supersedes，不覆盖历史。</a:t>
            </a:r>
          </a:p>
        </p:txBody>
      </p:sp>
    </p:spTree>
    <p:extLst>
      <p:ext uri="{BB962C8B-B14F-4D97-AF65-F5344CB8AC3E}">
        <p14:creationId xmlns:p14="http://schemas.microsoft.com/office/powerpoint/2010/main" val="1505824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apter-6">
            <a:extLst xmlns:a="http://schemas.openxmlformats.org/drawingml/2006/main">
              <a:ext uri="{FF2B5EF4-FFF2-40B4-BE49-F238E27FC236}">
                <a16:creationId xmlns:a16="http://schemas.microsoft.com/office/drawing/2014/main" id="{2D26D2EC-9395-4C98-82D6-372DEDB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01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B71A2BB-058D-4DEC-90A0-3191BAE8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评测系统也必须被评测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690A18B9-FA9D-4238-ADA1-11E486F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679C25AB-41E2-4AF5-9B6D-B2AB05D1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5681B722-4CF7-4908-893A-F15B3F41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phase-band-6">
            <a:extLst xmlns:a="http://schemas.openxmlformats.org/drawingml/2006/main">
              <a:ext uri="{FF2B5EF4-FFF2-40B4-BE49-F238E27FC236}">
                <a16:creationId xmlns:a16="http://schemas.microsoft.com/office/drawing/2014/main" id="{118907A3-1FA7-45CF-AA3A-3BEE323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42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im-6">
            <a:extLst xmlns:a="http://schemas.openxmlformats.org/drawingml/2006/main">
              <a:ext uri="{FF2B5EF4-FFF2-40B4-BE49-F238E27FC236}">
                <a16:creationId xmlns:a16="http://schemas.microsoft.com/office/drawing/2014/main" id="{12B6914A-8DD3-486E-9109-2425B8B2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962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组件正确不等于 Judge 可信，必须加入人工元评测。</a:t>
            </a:r>
          </a:p>
        </p:txBody>
      </p:sp>
      <p:sp>
        <p:nvSpPr>
          <p:cNvPr id="8" name="phase-mark-6">
            <a:extLst xmlns:a="http://schemas.openxmlformats.org/drawingml/2006/main">
              <a:ext uri="{FF2B5EF4-FFF2-40B4-BE49-F238E27FC236}">
                <a16:creationId xmlns:a16="http://schemas.microsoft.com/office/drawing/2014/main" id="{8372B7DD-4386-49E9-BBDA-668CEC31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9" name="point-panel-6">
            <a:extLst xmlns:a="http://schemas.openxmlformats.org/drawingml/2006/main">
              <a:ext uri="{FF2B5EF4-FFF2-40B4-BE49-F238E27FC236}">
                <a16:creationId xmlns:a16="http://schemas.microsoft.com/office/drawing/2014/main" id="{818809DD-176C-437B-8D4E-742271E8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int-num-6-0">
            <a:extLst xmlns:a="http://schemas.openxmlformats.org/drawingml/2006/main">
              <a:ext uri="{FF2B5EF4-FFF2-40B4-BE49-F238E27FC236}">
                <a16:creationId xmlns:a16="http://schemas.microsoft.com/office/drawing/2014/main" id="{73B1E625-B718-4D16-B4F7-CA5ECF4D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point-6-0">
            <a:extLst xmlns:a="http://schemas.openxmlformats.org/drawingml/2006/main">
              <a:ext uri="{FF2B5EF4-FFF2-40B4-BE49-F238E27FC236}">
                <a16:creationId xmlns:a16="http://schemas.microsoft.com/office/drawing/2014/main" id="{25D30B9E-C2C6-459C-BFEE-082CD9B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α/ICC 与排序相关</a:t>
            </a:r>
          </a:p>
        </p:txBody>
      </p:sp>
      <p:sp>
        <p:nvSpPr>
          <p:cNvPr id="12" name="point-num-6-1">
            <a:extLst xmlns:a="http://schemas.openxmlformats.org/drawingml/2006/main">
              <a:ext uri="{FF2B5EF4-FFF2-40B4-BE49-F238E27FC236}">
                <a16:creationId xmlns:a16="http://schemas.microsoft.com/office/drawing/2014/main" id="{DD04FAE7-A402-474C-9283-893A323F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point-6-1">
            <a:extLst xmlns:a="http://schemas.openxmlformats.org/drawingml/2006/main">
              <a:ext uri="{FF2B5EF4-FFF2-40B4-BE49-F238E27FC236}">
                <a16:creationId xmlns:a16="http://schemas.microsoft.com/office/drawing/2014/main" id="{8712A84E-D305-413E-84A4-F452236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Brier/ECE 校准</a:t>
            </a:r>
          </a:p>
        </p:txBody>
      </p:sp>
      <p:sp>
        <p:nvSpPr>
          <p:cNvPr id="14" name="point-num-6-2">
            <a:extLst xmlns:a="http://schemas.openxmlformats.org/drawingml/2006/main">
              <a:ext uri="{FF2B5EF4-FFF2-40B4-BE49-F238E27FC236}">
                <a16:creationId xmlns:a16="http://schemas.microsoft.com/office/drawing/2014/main" id="{56DFD586-FA39-456A-89CE-7AA9E0A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oint-6-2">
            <a:extLst xmlns:a="http://schemas.openxmlformats.org/drawingml/2006/main">
              <a:ext uri="{FF2B5EF4-FFF2-40B4-BE49-F238E27FC236}">
                <a16:creationId xmlns:a16="http://schemas.microsoft.com/office/drawing/2014/main" id="{B991B36B-7F11-4DD5-A9CE-4C6614EA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定位 F1 与重复稳定性</a:t>
            </a:r>
          </a:p>
        </p:txBody>
      </p:sp>
      <p:sp>
        <p:nvSpPr>
          <p:cNvPr id="16" name="planned-label-6">
            <a:extLst xmlns:a="http://schemas.openxmlformats.org/drawingml/2006/main">
              <a:ext uri="{FF2B5EF4-FFF2-40B4-BE49-F238E27FC236}">
                <a16:creationId xmlns:a16="http://schemas.microsoft.com/office/drawing/2014/main" id="{1DDA7784-9CB7-4193-984C-FE86CF0F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811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门槛状态：预注册，尚非实测</a:t>
            </a:r>
          </a:p>
        </p:txBody>
      </p:sp>
    </p:spTree>
    <p:extLst>
      <p:ext uri="{BB962C8B-B14F-4D97-AF65-F5344CB8AC3E}">
        <p14:creationId xmlns:p14="http://schemas.microsoft.com/office/powerpoint/2010/main" val="478544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chapter-7">
            <a:extLst xmlns:a="http://schemas.openxmlformats.org/drawingml/2006/main">
              <a:ext uri="{FF2B5EF4-FFF2-40B4-BE49-F238E27FC236}">
                <a16:creationId xmlns:a16="http://schemas.microsoft.com/office/drawing/2014/main" id="{0F9819B6-0861-4D1A-8719-27D08E9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02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F320D7A-01F0-433A-B87D-C5C1EB3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42项测试验证兜底和评分边界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41D41166-E619-4B42-A8FA-68E7D9D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568320BF-2A99-4430-9A32-90348738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7A7A9490-EB44-420F-B14A-0759A1A6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7">
            <a:extLst xmlns:a="http://schemas.openxmlformats.org/drawingml/2006/main">
              <a:ext uri="{FF2B5EF4-FFF2-40B4-BE49-F238E27FC236}">
                <a16:creationId xmlns:a16="http://schemas.microsoft.com/office/drawing/2014/main" id="{544E41EA-AAA3-4D0B-9CA3-1DEA69D5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四场景 Smoke 证明专项故障不会吞掉本体报告或伪造完整分。</a:t>
            </a:r>
          </a:p>
        </p:txBody>
      </p:sp>
      <p:sp>
        <p:nvSpPr>
          <p:cNvPr id="7" name="deg-head-7-0">
            <a:extLst xmlns:a="http://schemas.openxmlformats.org/drawingml/2006/main">
              <a:ext uri="{FF2B5EF4-FFF2-40B4-BE49-F238E27FC236}">
                <a16:creationId xmlns:a16="http://schemas.microsoft.com/office/drawing/2014/main" id="{884A3B5B-D01C-4712-BB9D-25F5E37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g-head-text-7-0">
            <a:extLst xmlns:a="http://schemas.openxmlformats.org/drawingml/2006/main">
              <a:ext uri="{FF2B5EF4-FFF2-40B4-BE49-F238E27FC236}">
                <a16:creationId xmlns:a16="http://schemas.microsoft.com/office/drawing/2014/main" id="{DBF5BEA9-6A91-4B52-AC7A-92DD4FA3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9" name="deg-head-7-1">
            <a:extLst xmlns:a="http://schemas.openxmlformats.org/drawingml/2006/main">
              <a:ext uri="{FF2B5EF4-FFF2-40B4-BE49-F238E27FC236}">
                <a16:creationId xmlns:a16="http://schemas.microsoft.com/office/drawing/2014/main" id="{BD742E40-65D9-4331-9922-69471D1F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g-head-text-7-1">
            <a:extLst xmlns:a="http://schemas.openxmlformats.org/drawingml/2006/main">
              <a:ext uri="{FF2B5EF4-FFF2-40B4-BE49-F238E27FC236}">
                <a16:creationId xmlns:a16="http://schemas.microsoft.com/office/drawing/2014/main" id="{71D8DAE6-E1C6-4D41-A1CD-D2727E80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专项成功</a:t>
            </a:r>
          </a:p>
        </p:txBody>
      </p:sp>
      <p:sp>
        <p:nvSpPr>
          <p:cNvPr id="11" name="deg-head-7-2">
            <a:extLst xmlns:a="http://schemas.openxmlformats.org/drawingml/2006/main">
              <a:ext uri="{FF2B5EF4-FFF2-40B4-BE49-F238E27FC236}">
                <a16:creationId xmlns:a16="http://schemas.microsoft.com/office/drawing/2014/main" id="{07E972C2-58B7-43B7-859A-A30D4DF3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g-head-text-7-2">
            <a:extLst xmlns:a="http://schemas.openxmlformats.org/drawingml/2006/main">
              <a:ext uri="{FF2B5EF4-FFF2-40B4-BE49-F238E27FC236}">
                <a16:creationId xmlns:a16="http://schemas.microsoft.com/office/drawing/2014/main" id="{1A7B3520-164B-4C80-9AA7-A760B17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专项部分错误</a:t>
            </a:r>
          </a:p>
        </p:txBody>
      </p:sp>
      <p:sp>
        <p:nvSpPr>
          <p:cNvPr id="13" name="deg-head-7-3">
            <a:extLst xmlns:a="http://schemas.openxmlformats.org/drawingml/2006/main">
              <a:ext uri="{FF2B5EF4-FFF2-40B4-BE49-F238E27FC236}">
                <a16:creationId xmlns:a16="http://schemas.microsoft.com/office/drawing/2014/main" id="{5222377A-1BD0-43C0-A5BC-057342C0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g-head-text-7-3">
            <a:extLst xmlns:a="http://schemas.openxmlformats.org/drawingml/2006/main">
              <a:ext uri="{FF2B5EF4-FFF2-40B4-BE49-F238E27FC236}">
                <a16:creationId xmlns:a16="http://schemas.microsoft.com/office/drawing/2014/main" id="{0FE55F25-1EE1-4F1B-9374-316CD88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专项缺失/全错</a:t>
            </a:r>
          </a:p>
        </p:txBody>
      </p:sp>
      <p:sp>
        <p:nvSpPr>
          <p:cNvPr id="15" name="deg-cell-7-0-0">
            <a:extLst xmlns:a="http://schemas.openxmlformats.org/drawingml/2006/main">
              <a:ext uri="{FF2B5EF4-FFF2-40B4-BE49-F238E27FC236}">
                <a16:creationId xmlns:a16="http://schemas.microsoft.com/office/drawing/2014/main" id="{FBB38039-2C19-4C6B-9C81-12F12E3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deg-cell-text-7-0-0">
            <a:extLst xmlns:a="http://schemas.openxmlformats.org/drawingml/2006/main">
              <a:ext uri="{FF2B5EF4-FFF2-40B4-BE49-F238E27FC236}">
                <a16:creationId xmlns:a16="http://schemas.microsoft.com/office/drawing/2014/main" id="{D609EC75-5DDE-4C96-90EE-09B75D4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146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文字生成</a:t>
            </a:r>
          </a:p>
        </p:txBody>
      </p:sp>
      <p:sp>
        <p:nvSpPr>
          <p:cNvPr id="17" name="deg-cell-7-0-1">
            <a:extLst xmlns:a="http://schemas.openxmlformats.org/drawingml/2006/main">
              <a:ext uri="{FF2B5EF4-FFF2-40B4-BE49-F238E27FC236}">
                <a16:creationId xmlns:a16="http://schemas.microsoft.com/office/drawing/2014/main" id="{649AB679-9784-419F-8598-F7324E9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deg-cell-text-7-0-1">
            <a:extLst xmlns:a="http://schemas.openxmlformats.org/drawingml/2006/main">
              <a:ext uri="{FF2B5EF4-FFF2-40B4-BE49-F238E27FC236}">
                <a16:creationId xmlns:a16="http://schemas.microsoft.com/office/drawing/2014/main" id="{01B3DC26-C1AC-4E76-AA67-B9CA1BA0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146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19" name="deg-cell-7-0-2">
            <a:extLst xmlns:a="http://schemas.openxmlformats.org/drawingml/2006/main">
              <a:ext uri="{FF2B5EF4-FFF2-40B4-BE49-F238E27FC236}">
                <a16:creationId xmlns:a16="http://schemas.microsoft.com/office/drawing/2014/main" id="{1571FC73-7D66-4ADF-8437-7F55DA55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deg-cell-text-7-0-2">
            <a:extLst xmlns:a="http://schemas.openxmlformats.org/drawingml/2006/main">
              <a:ext uri="{FF2B5EF4-FFF2-40B4-BE49-F238E27FC236}">
                <a16:creationId xmlns:a16="http://schemas.microsoft.com/office/drawing/2014/main" id="{1B6F0CB3-7978-417A-8C21-B89337CE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21" name="deg-cell-7-0-3">
            <a:extLst xmlns:a="http://schemas.openxmlformats.org/drawingml/2006/main">
              <a:ext uri="{FF2B5EF4-FFF2-40B4-BE49-F238E27FC236}">
                <a16:creationId xmlns:a16="http://schemas.microsoft.com/office/drawing/2014/main" id="{6DCD667E-37E0-4A4D-A5A2-7C63F4B8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deg-cell-text-7-0-3">
            <a:extLst xmlns:a="http://schemas.openxmlformats.org/drawingml/2006/main">
              <a:ext uri="{FF2B5EF4-FFF2-40B4-BE49-F238E27FC236}">
                <a16:creationId xmlns:a16="http://schemas.microsoft.com/office/drawing/2014/main" id="{2DD474FC-50C5-4126-804C-F55E2B94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1467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23" name="deg-cell-7-1-0">
            <a:extLst xmlns:a="http://schemas.openxmlformats.org/drawingml/2006/main">
              <a:ext uri="{FF2B5EF4-FFF2-40B4-BE49-F238E27FC236}">
                <a16:creationId xmlns:a16="http://schemas.microsoft.com/office/drawing/2014/main" id="{CA074FA8-6A89-4550-B5E5-4532CF8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deg-cell-text-7-1-0">
            <a:extLst xmlns:a="http://schemas.openxmlformats.org/drawingml/2006/main">
              <a:ext uri="{FF2B5EF4-FFF2-40B4-BE49-F238E27FC236}">
                <a16:creationId xmlns:a16="http://schemas.microsoft.com/office/drawing/2014/main" id="{2C8156C2-5494-450B-BDCF-0E53F9A7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433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项目总结</a:t>
            </a:r>
          </a:p>
        </p:txBody>
      </p:sp>
      <p:sp>
        <p:nvSpPr>
          <p:cNvPr id="25" name="deg-cell-7-1-1">
            <a:extLst xmlns:a="http://schemas.openxmlformats.org/drawingml/2006/main">
              <a:ext uri="{FF2B5EF4-FFF2-40B4-BE49-F238E27FC236}">
                <a16:creationId xmlns:a16="http://schemas.microsoft.com/office/drawing/2014/main" id="{E6659837-9032-495F-BA72-8CAC8D91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433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deg-cell-text-7-1-1">
            <a:extLst xmlns:a="http://schemas.openxmlformats.org/drawingml/2006/main">
              <a:ext uri="{FF2B5EF4-FFF2-40B4-BE49-F238E27FC236}">
                <a16:creationId xmlns:a16="http://schemas.microsoft.com/office/drawing/2014/main" id="{5A8A8E48-A16D-4268-A831-1224500D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433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27" name="deg-cell-7-1-2">
            <a:extLst xmlns:a="http://schemas.openxmlformats.org/drawingml/2006/main">
              <a:ext uri="{FF2B5EF4-FFF2-40B4-BE49-F238E27FC236}">
                <a16:creationId xmlns:a16="http://schemas.microsoft.com/office/drawing/2014/main" id="{F818C550-04F3-4444-AC7C-F07CD15E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deg-cell-text-7-1-2">
            <a:extLst xmlns:a="http://schemas.openxmlformats.org/drawingml/2006/main">
              <a:ext uri="{FF2B5EF4-FFF2-40B4-BE49-F238E27FC236}">
                <a16:creationId xmlns:a16="http://schemas.microsoft.com/office/drawing/2014/main" id="{431B17AE-C78D-4A7B-A46D-A970C93F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43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29" name="deg-cell-7-1-3">
            <a:extLst xmlns:a="http://schemas.openxmlformats.org/drawingml/2006/main">
              <a:ext uri="{FF2B5EF4-FFF2-40B4-BE49-F238E27FC236}">
                <a16:creationId xmlns:a16="http://schemas.microsoft.com/office/drawing/2014/main" id="{813F1994-A36B-46F2-8452-4D4FA0E4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deg-cell-text-7-1-3">
            <a:extLst xmlns:a="http://schemas.openxmlformats.org/drawingml/2006/main">
              <a:ext uri="{FF2B5EF4-FFF2-40B4-BE49-F238E27FC236}">
                <a16:creationId xmlns:a16="http://schemas.microsoft.com/office/drawing/2014/main" id="{34A6C245-99E6-466A-AC5E-6093173A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433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31" name="deg-cell-7-2-0">
            <a:extLst xmlns:a="http://schemas.openxmlformats.org/drawingml/2006/main">
              <a:ext uri="{FF2B5EF4-FFF2-40B4-BE49-F238E27FC236}">
                <a16:creationId xmlns:a16="http://schemas.microsoft.com/office/drawing/2014/main" id="{EF701D24-0187-4250-984B-C7FD3D31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deg-cell-text-7-2-0">
            <a:extLst xmlns:a="http://schemas.openxmlformats.org/drawingml/2006/main">
              <a:ext uri="{FF2B5EF4-FFF2-40B4-BE49-F238E27FC236}">
                <a16:creationId xmlns:a16="http://schemas.microsoft.com/office/drawing/2014/main" id="{E9D8AEC1-6F2A-49E0-A499-3C5BCA46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719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多模态</a:t>
            </a:r>
          </a:p>
        </p:txBody>
      </p:sp>
      <p:sp>
        <p:nvSpPr>
          <p:cNvPr id="33" name="deg-cell-7-2-1">
            <a:extLst xmlns:a="http://schemas.openxmlformats.org/drawingml/2006/main">
              <a:ext uri="{FF2B5EF4-FFF2-40B4-BE49-F238E27FC236}">
                <a16:creationId xmlns:a16="http://schemas.microsoft.com/office/drawing/2014/main" id="{F531C15E-047F-43F7-A9AB-6FE5EA37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deg-cell-text-7-2-1">
            <a:extLst xmlns:a="http://schemas.openxmlformats.org/drawingml/2006/main">
              <a:ext uri="{FF2B5EF4-FFF2-40B4-BE49-F238E27FC236}">
                <a16:creationId xmlns:a16="http://schemas.microsoft.com/office/drawing/2014/main" id="{B7EE223E-CD84-42D3-9645-EC2BC470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719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35" name="deg-cell-7-2-2">
            <a:extLst xmlns:a="http://schemas.openxmlformats.org/drawingml/2006/main">
              <a:ext uri="{FF2B5EF4-FFF2-40B4-BE49-F238E27FC236}">
                <a16:creationId xmlns:a16="http://schemas.microsoft.com/office/drawing/2014/main" id="{43CE6869-2190-4977-9F8A-1276AF7E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deg-cell-text-7-2-2">
            <a:extLst xmlns:a="http://schemas.openxmlformats.org/drawingml/2006/main">
              <a:ext uri="{FF2B5EF4-FFF2-40B4-BE49-F238E27FC236}">
                <a16:creationId xmlns:a16="http://schemas.microsoft.com/office/drawing/2014/main" id="{888FDD78-E29B-456D-9466-94525C5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719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37" name="deg-cell-7-2-3">
            <a:extLst xmlns:a="http://schemas.openxmlformats.org/drawingml/2006/main">
              <a:ext uri="{FF2B5EF4-FFF2-40B4-BE49-F238E27FC236}">
                <a16:creationId xmlns:a16="http://schemas.microsoft.com/office/drawing/2014/main" id="{FBD49121-11D3-4CCB-9737-FA1A7CD2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8" name="deg-cell-text-7-2-3">
            <a:extLst xmlns:a="http://schemas.openxmlformats.org/drawingml/2006/main">
              <a:ext uri="{FF2B5EF4-FFF2-40B4-BE49-F238E27FC236}">
                <a16:creationId xmlns:a16="http://schemas.microsoft.com/office/drawing/2014/main" id="{18351F7F-35C8-4BF1-9024-645BD36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7197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39" name="deg-cell-7-3-0">
            <a:extLst xmlns:a="http://schemas.openxmlformats.org/drawingml/2006/main">
              <a:ext uri="{FF2B5EF4-FFF2-40B4-BE49-F238E27FC236}">
                <a16:creationId xmlns:a16="http://schemas.microsoft.com/office/drawing/2014/main" id="{0CB0ADE3-EAB8-4753-A2DD-DEFD179E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0" name="deg-cell-text-7-3-0">
            <a:extLst xmlns:a="http://schemas.openxmlformats.org/drawingml/2006/main">
              <a:ext uri="{FF2B5EF4-FFF2-40B4-BE49-F238E27FC236}">
                <a16:creationId xmlns:a16="http://schemas.microsoft.com/office/drawing/2014/main" id="{F9424551-1F61-47DB-BA7F-2225D13E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006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成品 PPT</a:t>
            </a:r>
          </a:p>
        </p:txBody>
      </p:sp>
      <p:sp>
        <p:nvSpPr>
          <p:cNvPr id="41" name="deg-cell-7-3-1">
            <a:extLst xmlns:a="http://schemas.openxmlformats.org/drawingml/2006/main">
              <a:ext uri="{FF2B5EF4-FFF2-40B4-BE49-F238E27FC236}">
                <a16:creationId xmlns:a16="http://schemas.microsoft.com/office/drawing/2014/main" id="{DE654665-E45B-40D5-9B43-9E0C0751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2" name="deg-cell-text-7-3-1">
            <a:extLst xmlns:a="http://schemas.openxmlformats.org/drawingml/2006/main">
              <a:ext uri="{FF2B5EF4-FFF2-40B4-BE49-F238E27FC236}">
                <a16:creationId xmlns:a16="http://schemas.microsoft.com/office/drawing/2014/main" id="{662870BF-77C4-4571-BE90-75D0510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006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 (base)</a:t>
            </a:r>
          </a:p>
        </p:txBody>
      </p:sp>
      <p:sp>
        <p:nvSpPr>
          <p:cNvPr id="43" name="deg-cell-7-3-2">
            <a:extLst xmlns:a="http://schemas.openxmlformats.org/drawingml/2006/main">
              <a:ext uri="{FF2B5EF4-FFF2-40B4-BE49-F238E27FC236}">
                <a16:creationId xmlns:a16="http://schemas.microsoft.com/office/drawing/2014/main" id="{9904B9F4-0827-4FDC-8DF8-32374D99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4" name="deg-cell-text-7-3-2">
            <a:extLst xmlns:a="http://schemas.openxmlformats.org/drawingml/2006/main">
              <a:ext uri="{FF2B5EF4-FFF2-40B4-BE49-F238E27FC236}">
                <a16:creationId xmlns:a16="http://schemas.microsoft.com/office/drawing/2014/main" id="{C6AA8FE5-7F89-4E9E-A193-ABFF56B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000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5" name="deg-cell-7-3-3">
            <a:extLst xmlns:a="http://schemas.openxmlformats.org/drawingml/2006/main">
              <a:ext uri="{FF2B5EF4-FFF2-40B4-BE49-F238E27FC236}">
                <a16:creationId xmlns:a16="http://schemas.microsoft.com/office/drawing/2014/main" id="{28CB7477-1A86-42C2-946D-1E63A50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0060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6" name="deg-cell-text-7-3-3">
            <a:extLst xmlns:a="http://schemas.openxmlformats.org/drawingml/2006/main">
              <a:ext uri="{FF2B5EF4-FFF2-40B4-BE49-F238E27FC236}">
                <a16:creationId xmlns:a16="http://schemas.microsoft.com/office/drawing/2014/main" id="{3773434E-BADB-46F7-8A8B-83CF0364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7" name="deg-rule-7">
            <a:extLst xmlns:a="http://schemas.openxmlformats.org/drawingml/2006/main">
              <a:ext uri="{FF2B5EF4-FFF2-40B4-BE49-F238E27FC236}">
                <a16:creationId xmlns:a16="http://schemas.microsoft.com/office/drawing/2014/main" id="{8BA26A59-EC72-4F4B-9EF0-8AA0FC92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不变量：前三场景无论专项如何失败，base_score 与基础证据都必须保留；full_score 为空。</a:t>
            </a:r>
          </a:p>
        </p:txBody>
      </p:sp>
    </p:spTree>
    <p:extLst>
      <p:ext uri="{BB962C8B-B14F-4D97-AF65-F5344CB8AC3E}">
        <p14:creationId xmlns:p14="http://schemas.microsoft.com/office/powerpoint/2010/main" val="1610003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chapter-8">
            <a:extLst xmlns:a="http://schemas.openxmlformats.org/drawingml/2006/main">
              <a:ext uri="{FF2B5EF4-FFF2-40B4-BE49-F238E27FC236}">
                <a16:creationId xmlns:a16="http://schemas.microsoft.com/office/drawing/2014/main" id="{59DB9149-2614-417C-B479-5D49A6A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03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940A319-3A59-490A-8AF0-6909B32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飞轮只提候选，生产发布仍由人治理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ED7A70A4-6E5F-49D8-B035-59B5875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99E2CE76-EF34-468C-8A31-D62CE543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6983662F-DD39-4623-9592-5574251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8">
            <a:extLst xmlns:a="http://schemas.openxmlformats.org/drawingml/2006/main">
              <a:ext uri="{FF2B5EF4-FFF2-40B4-BE49-F238E27FC236}">
                <a16:creationId xmlns:a16="http://schemas.microsoft.com/office/drawing/2014/main" id="{B85958F2-9C49-49C2-BBE6-A380DBCA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生产反馈进入工作池，经冻结集、Shadow 和审批后演进。</a:t>
            </a:r>
          </a:p>
        </p:txBody>
      </p:sp>
      <p:sp>
        <p:nvSpPr>
          <p:cNvPr id="7" name="fly-node-8-0">
            <a:extLst xmlns:a="http://schemas.openxmlformats.org/drawingml/2006/main">
              <a:ext uri="{FF2B5EF4-FFF2-40B4-BE49-F238E27FC236}">
                <a16:creationId xmlns:a16="http://schemas.microsoft.com/office/drawing/2014/main" id="{FF15238D-52CA-4831-B7BA-01544239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fly-num-8-0">
            <a:extLst xmlns:a="http://schemas.openxmlformats.org/drawingml/2006/main">
              <a:ext uri="{FF2B5EF4-FFF2-40B4-BE49-F238E27FC236}">
                <a16:creationId xmlns:a16="http://schemas.microsoft.com/office/drawing/2014/main" id="{84F3BB8A-024A-49E3-AABE-CA744710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fly-text-8-0">
            <a:extLst xmlns:a="http://schemas.openxmlformats.org/drawingml/2006/main">
              <a:ext uri="{FF2B5EF4-FFF2-40B4-BE49-F238E27FC236}">
                <a16:creationId xmlns:a16="http://schemas.microsoft.com/office/drawing/2014/main" id="{13D8D0D5-329C-4D2E-B737-D6D21C73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生产反馈</a:t>
            </a:r>
          </a:p>
        </p:txBody>
      </p:sp>
      <p:sp>
        <p:nvSpPr>
          <p:cNvPr id="10" name="fly-arrow-8-0">
            <a:extLst xmlns:a="http://schemas.openxmlformats.org/drawingml/2006/main">
              <a:ext uri="{FF2B5EF4-FFF2-40B4-BE49-F238E27FC236}">
                <a16:creationId xmlns:a16="http://schemas.microsoft.com/office/drawing/2014/main" id="{AB70F655-D641-43A5-B6CA-DA8136D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y-node-8-1">
            <a:extLst xmlns:a="http://schemas.openxmlformats.org/drawingml/2006/main">
              <a:ext uri="{FF2B5EF4-FFF2-40B4-BE49-F238E27FC236}">
                <a16:creationId xmlns:a16="http://schemas.microsoft.com/office/drawing/2014/main" id="{20368B40-B952-47C5-B4D3-FF37C518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fly-num-8-1">
            <a:extLst xmlns:a="http://schemas.openxmlformats.org/drawingml/2006/main">
              <a:ext uri="{FF2B5EF4-FFF2-40B4-BE49-F238E27FC236}">
                <a16:creationId xmlns:a16="http://schemas.microsoft.com/office/drawing/2014/main" id="{4B422567-ACD9-46D1-A419-B812AEBC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fly-text-8-1">
            <a:extLst xmlns:a="http://schemas.openxmlformats.org/drawingml/2006/main">
              <a:ext uri="{FF2B5EF4-FFF2-40B4-BE49-F238E27FC236}">
                <a16:creationId xmlns:a16="http://schemas.microsoft.com/office/drawing/2014/main" id="{0CD600BE-92CE-47D3-8EC9-FDB66C9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14" name="fly-arrow-8-1">
            <a:extLst xmlns:a="http://schemas.openxmlformats.org/drawingml/2006/main">
              <a:ext uri="{FF2B5EF4-FFF2-40B4-BE49-F238E27FC236}">
                <a16:creationId xmlns:a16="http://schemas.microsoft.com/office/drawing/2014/main" id="{D3109BC3-D5B0-47C9-81DF-52BB1FF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fly-node-8-2">
            <a:extLst xmlns:a="http://schemas.openxmlformats.org/drawingml/2006/main">
              <a:ext uri="{FF2B5EF4-FFF2-40B4-BE49-F238E27FC236}">
                <a16:creationId xmlns:a16="http://schemas.microsoft.com/office/drawing/2014/main" id="{C15C00CD-4BE4-431C-BE4F-58C422E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fly-num-8-2">
            <a:extLst xmlns:a="http://schemas.openxmlformats.org/drawingml/2006/main">
              <a:ext uri="{FF2B5EF4-FFF2-40B4-BE49-F238E27FC236}">
                <a16:creationId xmlns:a16="http://schemas.microsoft.com/office/drawing/2014/main" id="{F0848F3C-8FC6-4C47-8F19-2FF98BA7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fly-text-8-2">
            <a:extLst xmlns:a="http://schemas.openxmlformats.org/drawingml/2006/main">
              <a:ext uri="{FF2B5EF4-FFF2-40B4-BE49-F238E27FC236}">
                <a16:creationId xmlns:a16="http://schemas.microsoft.com/office/drawing/2014/main" id="{E6970E78-CCCA-4672-AED5-3753F8C5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校准回放</a:t>
            </a:r>
          </a:p>
        </p:txBody>
      </p:sp>
      <p:sp>
        <p:nvSpPr>
          <p:cNvPr id="18" name="fly-arrow-8-2">
            <a:extLst xmlns:a="http://schemas.openxmlformats.org/drawingml/2006/main">
              <a:ext uri="{FF2B5EF4-FFF2-40B4-BE49-F238E27FC236}">
                <a16:creationId xmlns:a16="http://schemas.microsoft.com/office/drawing/2014/main" id="{96A510C8-FA00-41C7-8863-45512E5C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fly-node-8-3">
            <a:extLst xmlns:a="http://schemas.openxmlformats.org/drawingml/2006/main">
              <a:ext uri="{FF2B5EF4-FFF2-40B4-BE49-F238E27FC236}">
                <a16:creationId xmlns:a16="http://schemas.microsoft.com/office/drawing/2014/main" id="{9ABAFDA3-B47A-480C-A838-92B3CB71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87E72"/>
            </a:solidFill>
            <a:prstDash val="solid"/>
          </a:ln>
        </p:spPr>
      </p:sp>
      <p:sp>
        <p:nvSpPr>
          <p:cNvPr id="20" name="fly-num-8-3">
            <a:extLst xmlns:a="http://schemas.openxmlformats.org/drawingml/2006/main">
              <a:ext uri="{FF2B5EF4-FFF2-40B4-BE49-F238E27FC236}">
                <a16:creationId xmlns:a16="http://schemas.microsoft.com/office/drawing/2014/main" id="{B6FE217B-1A08-4167-97E4-AF35DF3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fly-text-8-3">
            <a:extLst xmlns:a="http://schemas.openxmlformats.org/drawingml/2006/main">
              <a:ext uri="{FF2B5EF4-FFF2-40B4-BE49-F238E27FC236}">
                <a16:creationId xmlns:a16="http://schemas.microsoft.com/office/drawing/2014/main" id="{B219AA48-B964-4140-9BA1-9D2EBD76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22" name="fly-arrow-8-3">
            <a:extLst xmlns:a="http://schemas.openxmlformats.org/drawingml/2006/main">
              <a:ext uri="{FF2B5EF4-FFF2-40B4-BE49-F238E27FC236}">
                <a16:creationId xmlns:a16="http://schemas.microsoft.com/office/drawing/2014/main" id="{B683AFF7-8083-4AD9-81DE-46002ED8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fly-node-8-4">
            <a:extLst xmlns:a="http://schemas.openxmlformats.org/drawingml/2006/main">
              <a:ext uri="{FF2B5EF4-FFF2-40B4-BE49-F238E27FC236}">
                <a16:creationId xmlns:a16="http://schemas.microsoft.com/office/drawing/2014/main" id="{1FA04415-4345-4DF9-BBD4-31B8B98D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fly-num-8-4">
            <a:extLst xmlns:a="http://schemas.openxmlformats.org/drawingml/2006/main">
              <a:ext uri="{FF2B5EF4-FFF2-40B4-BE49-F238E27FC236}">
                <a16:creationId xmlns:a16="http://schemas.microsoft.com/office/drawing/2014/main" id="{B0802659-029E-4827-AE28-FCABA7C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fly-text-8-4">
            <a:extLst xmlns:a="http://schemas.openxmlformats.org/drawingml/2006/main">
              <a:ext uri="{FF2B5EF4-FFF2-40B4-BE49-F238E27FC236}">
                <a16:creationId xmlns:a16="http://schemas.microsoft.com/office/drawing/2014/main" id="{D5F4F5B7-A887-4FE8-ACA5-0DAB1F3B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Shadow</a:t>
            </a:r>
          </a:p>
        </p:txBody>
      </p:sp>
      <p:sp>
        <p:nvSpPr>
          <p:cNvPr id="26" name="fly-arrow-8-4">
            <a:extLst xmlns:a="http://schemas.openxmlformats.org/drawingml/2006/main">
              <a:ext uri="{FF2B5EF4-FFF2-40B4-BE49-F238E27FC236}">
                <a16:creationId xmlns:a16="http://schemas.microsoft.com/office/drawing/2014/main" id="{ACE19A2E-B77C-4AA4-A2B9-55244A24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fly-node-8-5">
            <a:extLst xmlns:a="http://schemas.openxmlformats.org/drawingml/2006/main">
              <a:ext uri="{FF2B5EF4-FFF2-40B4-BE49-F238E27FC236}">
                <a16:creationId xmlns:a16="http://schemas.microsoft.com/office/drawing/2014/main" id="{2E78167F-B2EB-4A5C-A0EB-133D9AD4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fly-num-8-5">
            <a:extLst xmlns:a="http://schemas.openxmlformats.org/drawingml/2006/main">
              <a:ext uri="{FF2B5EF4-FFF2-40B4-BE49-F238E27FC236}">
                <a16:creationId xmlns:a16="http://schemas.microsoft.com/office/drawing/2014/main" id="{651A5EDE-E7A1-4ADF-855D-4C64D436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fly-text-8-5">
            <a:extLst xmlns:a="http://schemas.openxmlformats.org/drawingml/2006/main">
              <a:ext uri="{FF2B5EF4-FFF2-40B4-BE49-F238E27FC236}">
                <a16:creationId xmlns:a16="http://schemas.microsoft.com/office/drawing/2014/main" id="{60A2EFEE-FC6F-4A40-A840-8C3A58EA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灰度发布</a:t>
            </a:r>
          </a:p>
        </p:txBody>
      </p:sp>
      <p:sp>
        <p:nvSpPr>
          <p:cNvPr id="30" name="shadow-8">
            <a:extLst xmlns:a="http://schemas.openxmlformats.org/drawingml/2006/main">
              <a:ext uri="{FF2B5EF4-FFF2-40B4-BE49-F238E27FC236}">
                <a16:creationId xmlns:a16="http://schemas.microsoft.com/office/drawing/2014/main" id="{FCFB4190-BC27-49CA-84DE-E6E75EE7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Shadow：≥2 周或 ≥1,000 份，以较晚满足者为准</a:t>
            </a:r>
          </a:p>
        </p:txBody>
      </p:sp>
      <p:sp>
        <p:nvSpPr>
          <p:cNvPr id="31" name="target-value-8-0">
            <a:extLst xmlns:a="http://schemas.openxmlformats.org/drawingml/2006/main">
              <a:ext uri="{FF2B5EF4-FFF2-40B4-BE49-F238E27FC236}">
                <a16:creationId xmlns:a16="http://schemas.microsoft.com/office/drawing/2014/main" id="{0F1159E8-605A-4DB4-B733-C0AA6822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≥0.80</a:t>
            </a:r>
          </a:p>
        </p:txBody>
      </p:sp>
      <p:sp>
        <p:nvSpPr>
          <p:cNvPr id="32" name="target-name-8-0">
            <a:extLst xmlns:a="http://schemas.openxmlformats.org/drawingml/2006/main">
              <a:ext uri="{FF2B5EF4-FFF2-40B4-BE49-F238E27FC236}">
                <a16:creationId xmlns:a16="http://schemas.microsoft.com/office/drawing/2014/main" id="{A73DC34E-7A57-4F2A-BD8A-B3837A45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客观人评 α</a:t>
            </a:r>
          </a:p>
        </p:txBody>
      </p:sp>
      <p:sp>
        <p:nvSpPr>
          <p:cNvPr id="33" name="target-value-8-1">
            <a:extLst xmlns:a="http://schemas.openxmlformats.org/drawingml/2006/main">
              <a:ext uri="{FF2B5EF4-FFF2-40B4-BE49-F238E27FC236}">
                <a16:creationId xmlns:a16="http://schemas.microsoft.com/office/drawing/2014/main" id="{0D920154-0A25-4A7E-86FF-E0CB276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≥0.80</a:t>
            </a:r>
          </a:p>
        </p:txBody>
      </p:sp>
      <p:sp>
        <p:nvSpPr>
          <p:cNvPr id="34" name="target-name-8-1">
            <a:extLst xmlns:a="http://schemas.openxmlformats.org/drawingml/2006/main">
              <a:ext uri="{FF2B5EF4-FFF2-40B4-BE49-F238E27FC236}">
                <a16:creationId xmlns:a16="http://schemas.microsoft.com/office/drawing/2014/main" id="{F9AEF030-E2E9-4EC7-940E-94ED263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人工成对一致率</a:t>
            </a:r>
          </a:p>
        </p:txBody>
      </p:sp>
      <p:sp>
        <p:nvSpPr>
          <p:cNvPr id="35" name="target-value-8-2">
            <a:extLst xmlns:a="http://schemas.openxmlformats.org/drawingml/2006/main">
              <a:ext uri="{FF2B5EF4-FFF2-40B4-BE49-F238E27FC236}">
                <a16:creationId xmlns:a16="http://schemas.microsoft.com/office/drawing/2014/main" id="{0CACFCB7-F677-4CB1-9109-CC9B4F32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≥0.98</a:t>
            </a:r>
          </a:p>
        </p:txBody>
      </p:sp>
      <p:sp>
        <p:nvSpPr>
          <p:cNvPr id="36" name="target-name-8-2">
            <a:extLst xmlns:a="http://schemas.openxmlformats.org/drawingml/2006/main">
              <a:ext uri="{FF2B5EF4-FFF2-40B4-BE49-F238E27FC236}">
                <a16:creationId xmlns:a16="http://schemas.microsoft.com/office/drawing/2014/main" id="{51C9724C-CC8E-4104-80A9-6AA979EC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高置信拦截精度</a:t>
            </a:r>
          </a:p>
        </p:txBody>
      </p:sp>
      <p:sp>
        <p:nvSpPr>
          <p:cNvPr id="37" name="target-value-8-3">
            <a:extLst xmlns:a="http://schemas.openxmlformats.org/drawingml/2006/main">
              <a:ext uri="{FF2B5EF4-FFF2-40B4-BE49-F238E27FC236}">
                <a16:creationId xmlns:a16="http://schemas.microsoft.com/office/drawing/2014/main" id="{3171954E-155A-4735-BDA8-5BA43D18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&lt;0.01</a:t>
            </a:r>
          </a:p>
        </p:txBody>
      </p:sp>
      <p:sp>
        <p:nvSpPr>
          <p:cNvPr id="38" name="target-name-8-3">
            <a:extLst xmlns:a="http://schemas.openxmlformats.org/drawingml/2006/main">
              <a:ext uri="{FF2B5EF4-FFF2-40B4-BE49-F238E27FC236}">
                <a16:creationId xmlns:a16="http://schemas.microsoft.com/office/drawing/2014/main" id="{F4493D22-5AFE-40C3-9937-3C5DC9BF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严重误放行率 95% 上界</a:t>
            </a:r>
          </a:p>
        </p:txBody>
      </p:sp>
      <p:sp>
        <p:nvSpPr>
          <p:cNvPr id="39" name="target-value-8-4">
            <a:extLst xmlns:a="http://schemas.openxmlformats.org/drawingml/2006/main">
              <a:ext uri="{FF2B5EF4-FFF2-40B4-BE49-F238E27FC236}">
                <a16:creationId xmlns:a16="http://schemas.microsoft.com/office/drawing/2014/main" id="{690239BF-B53B-484D-B9B7-1FE7D28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≥0.99</a:t>
            </a:r>
          </a:p>
        </p:txBody>
      </p:sp>
      <p:sp>
        <p:nvSpPr>
          <p:cNvPr id="40" name="target-name-8-4">
            <a:extLst xmlns:a="http://schemas.openxmlformats.org/drawingml/2006/main">
              <a:ext uri="{FF2B5EF4-FFF2-40B4-BE49-F238E27FC236}">
                <a16:creationId xmlns:a16="http://schemas.microsoft.com/office/drawing/2014/main" id="{C6FBA61F-AE23-4852-9E50-A08019D6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门禁重复一致率</a:t>
            </a:r>
          </a:p>
        </p:txBody>
      </p:sp>
      <p:sp>
        <p:nvSpPr>
          <p:cNvPr id="41" name="close-8">
            <a:extLst xmlns:a="http://schemas.openxmlformats.org/drawingml/2006/main">
              <a:ext uri="{FF2B5EF4-FFF2-40B4-BE49-F238E27FC236}">
                <a16:creationId xmlns:a16="http://schemas.microsoft.com/office/drawing/2014/main" id="{2C391F0C-3A81-4EC5-83E0-BB062BC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可演进，但不能绕过冻结集、Shadow 与人类治理。</a:t>
            </a:r>
          </a:p>
        </p:txBody>
      </p:sp>
    </p:spTree>
    <p:extLst>
      <p:ext uri="{BB962C8B-B14F-4D97-AF65-F5344CB8AC3E}">
        <p14:creationId xmlns:p14="http://schemas.microsoft.com/office/powerpoint/2010/main" val="972207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2026-08-26T05:46:10.8180000Z</dcterms:created>
  <dcterms:modified xsi:type="dcterms:W3CDTF">2026-08-26T05:46:10.8190000Z</dcterms:modified>
</coreProperties>
</file>